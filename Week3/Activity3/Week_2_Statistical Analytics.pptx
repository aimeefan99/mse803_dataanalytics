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01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8" r:id="rId11"/>
    <p:sldId id="302" r:id="rId12"/>
    <p:sldId id="303" r:id="rId13"/>
    <p:sldId id="293" r:id="rId14"/>
    <p:sldId id="257" r:id="rId15"/>
    <p:sldId id="259" r:id="rId16"/>
    <p:sldId id="279" r:id="rId17"/>
    <p:sldId id="269" r:id="rId18"/>
    <p:sldId id="280" r:id="rId19"/>
    <p:sldId id="281" r:id="rId20"/>
    <p:sldId id="282" r:id="rId21"/>
    <p:sldId id="294" r:id="rId22"/>
    <p:sldId id="283" r:id="rId23"/>
    <p:sldId id="300" r:id="rId24"/>
    <p:sldId id="284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758" autoAdjust="0"/>
  </p:normalViewPr>
  <p:slideViewPr>
    <p:cSldViewPr snapToGrid="0">
      <p:cViewPr varScale="1">
        <p:scale>
          <a:sx n="53" d="100"/>
          <a:sy n="53" d="100"/>
        </p:scale>
        <p:origin x="2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D1DF36-4FDA-4E77-9301-D30A5925DFD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45D3F9-BB1D-4763-8B66-CB26D6E603D7}">
      <dgm:prSet/>
      <dgm:spPr/>
      <dgm:t>
        <a:bodyPr/>
        <a:lstStyle/>
        <a:p>
          <a:r>
            <a:rPr lang="en-US"/>
            <a:t>Statistical thinking is a systematic way of thinking about how we describe the </a:t>
          </a:r>
          <a:r>
            <a:rPr lang="en-US" b="1"/>
            <a:t>world </a:t>
          </a:r>
          <a:r>
            <a:rPr lang="en-US"/>
            <a:t>and use </a:t>
          </a:r>
          <a:r>
            <a:rPr lang="en-US" b="1"/>
            <a:t>data </a:t>
          </a:r>
          <a:r>
            <a:rPr lang="en-US"/>
            <a:t>to make decisions and  predictions.</a:t>
          </a:r>
        </a:p>
      </dgm:t>
    </dgm:pt>
    <dgm:pt modelId="{8E366439-DFF4-4646-8C13-5CC80A311C5E}" type="parTrans" cxnId="{B642F203-3710-4EAE-A5CC-634C2CF80FDD}">
      <dgm:prSet/>
      <dgm:spPr/>
      <dgm:t>
        <a:bodyPr/>
        <a:lstStyle/>
        <a:p>
          <a:endParaRPr lang="en-US"/>
        </a:p>
      </dgm:t>
    </dgm:pt>
    <dgm:pt modelId="{53E392FA-E351-4304-9C2F-67687CD1E9D8}" type="sibTrans" cxnId="{B642F203-3710-4EAE-A5CC-634C2CF80FDD}">
      <dgm:prSet/>
      <dgm:spPr/>
      <dgm:t>
        <a:bodyPr/>
        <a:lstStyle/>
        <a:p>
          <a:endParaRPr lang="en-US"/>
        </a:p>
      </dgm:t>
    </dgm:pt>
    <dgm:pt modelId="{5C60203D-BE55-45B9-9D5B-FD4804F7AF7F}">
      <dgm:prSet/>
      <dgm:spPr/>
      <dgm:t>
        <a:bodyPr/>
        <a:lstStyle/>
        <a:p>
          <a:r>
            <a:rPr lang="en-US"/>
            <a:t>This is done taking into account the inherent </a:t>
          </a:r>
          <a:r>
            <a:rPr lang="en-US" b="1"/>
            <a:t>uncertainty </a:t>
          </a:r>
          <a:r>
            <a:rPr lang="en-US"/>
            <a:t>that exists in the real </a:t>
          </a:r>
          <a:r>
            <a:rPr lang="en-NZ"/>
            <a:t>world.</a:t>
          </a:r>
          <a:endParaRPr lang="en-US"/>
        </a:p>
      </dgm:t>
    </dgm:pt>
    <dgm:pt modelId="{7D042C7B-7293-4501-BCE1-23B811A66083}" type="parTrans" cxnId="{C072D721-70DE-40E9-98A9-E04BA3585655}">
      <dgm:prSet/>
      <dgm:spPr/>
      <dgm:t>
        <a:bodyPr/>
        <a:lstStyle/>
        <a:p>
          <a:endParaRPr lang="en-US"/>
        </a:p>
      </dgm:t>
    </dgm:pt>
    <dgm:pt modelId="{37BF62E1-BC63-4401-B432-C5A02B925DA8}" type="sibTrans" cxnId="{C072D721-70DE-40E9-98A9-E04BA3585655}">
      <dgm:prSet/>
      <dgm:spPr/>
      <dgm:t>
        <a:bodyPr/>
        <a:lstStyle/>
        <a:p>
          <a:endParaRPr lang="en-US"/>
        </a:p>
      </dgm:t>
    </dgm:pt>
    <dgm:pt modelId="{CEE68791-777D-46EF-9BCD-5780FAE97AFB}">
      <dgm:prSet/>
      <dgm:spPr/>
      <dgm:t>
        <a:bodyPr/>
        <a:lstStyle/>
        <a:p>
          <a:r>
            <a:rPr lang="en-US"/>
            <a:t>The foundations of statistical thinking come primarily from mathematics and statistics, but also from computer science, psychology, and other fields of study.</a:t>
          </a:r>
        </a:p>
      </dgm:t>
    </dgm:pt>
    <dgm:pt modelId="{B7905BFB-A4C5-4591-9C46-3FCEAFC15D15}" type="parTrans" cxnId="{4C83CE39-8996-46DC-90B2-242CDA7B2B54}">
      <dgm:prSet/>
      <dgm:spPr/>
      <dgm:t>
        <a:bodyPr/>
        <a:lstStyle/>
        <a:p>
          <a:endParaRPr lang="en-US"/>
        </a:p>
      </dgm:t>
    </dgm:pt>
    <dgm:pt modelId="{D5B288E3-E83F-4B04-A89E-DF7DE768EC56}" type="sibTrans" cxnId="{4C83CE39-8996-46DC-90B2-242CDA7B2B54}">
      <dgm:prSet/>
      <dgm:spPr/>
      <dgm:t>
        <a:bodyPr/>
        <a:lstStyle/>
        <a:p>
          <a:endParaRPr lang="en-US"/>
        </a:p>
      </dgm:t>
    </dgm:pt>
    <dgm:pt modelId="{4F21D342-A743-4FFC-A169-EBA3751DA066}">
      <dgm:prSet/>
      <dgm:spPr/>
      <dgm:t>
        <a:bodyPr/>
        <a:lstStyle/>
        <a:p>
          <a:r>
            <a:rPr lang="en-US" b="1"/>
            <a:t>Statistics</a:t>
          </a:r>
          <a:r>
            <a:rPr lang="en-US"/>
            <a:t>, in particular, is the discipline that concerns the collection, organization, analysis, interpretation, and presentation of data. </a:t>
          </a:r>
        </a:p>
      </dgm:t>
    </dgm:pt>
    <dgm:pt modelId="{CED5E318-535D-4122-8B9B-83E7B7C6C35F}" type="parTrans" cxnId="{AC183804-4BD9-484C-B998-BE93B50718DA}">
      <dgm:prSet/>
      <dgm:spPr/>
      <dgm:t>
        <a:bodyPr/>
        <a:lstStyle/>
        <a:p>
          <a:endParaRPr lang="en-US"/>
        </a:p>
      </dgm:t>
    </dgm:pt>
    <dgm:pt modelId="{D2683A51-AA4B-4DAC-BCD0-EB58597A21CB}" type="sibTrans" cxnId="{AC183804-4BD9-484C-B998-BE93B50718DA}">
      <dgm:prSet/>
      <dgm:spPr/>
      <dgm:t>
        <a:bodyPr/>
        <a:lstStyle/>
        <a:p>
          <a:endParaRPr lang="en-US"/>
        </a:p>
      </dgm:t>
    </dgm:pt>
    <dgm:pt modelId="{1C7E0603-F3A4-4887-B376-2F2337D30EE0}" type="pres">
      <dgm:prSet presAssocID="{1AD1DF36-4FDA-4E77-9301-D30A5925DFD4}" presName="outerComposite" presStyleCnt="0">
        <dgm:presLayoutVars>
          <dgm:chMax val="5"/>
          <dgm:dir/>
          <dgm:resizeHandles val="exact"/>
        </dgm:presLayoutVars>
      </dgm:prSet>
      <dgm:spPr/>
    </dgm:pt>
    <dgm:pt modelId="{666A1BF6-B780-4D7A-9495-6C64BA2B8815}" type="pres">
      <dgm:prSet presAssocID="{1AD1DF36-4FDA-4E77-9301-D30A5925DFD4}" presName="dummyMaxCanvas" presStyleCnt="0">
        <dgm:presLayoutVars/>
      </dgm:prSet>
      <dgm:spPr/>
    </dgm:pt>
    <dgm:pt modelId="{F0FDD7F4-0418-4132-AB0F-00A58E40DA4B}" type="pres">
      <dgm:prSet presAssocID="{1AD1DF36-4FDA-4E77-9301-D30A5925DFD4}" presName="FourNodes_1" presStyleLbl="node1" presStyleIdx="0" presStyleCnt="4">
        <dgm:presLayoutVars>
          <dgm:bulletEnabled val="1"/>
        </dgm:presLayoutVars>
      </dgm:prSet>
      <dgm:spPr/>
    </dgm:pt>
    <dgm:pt modelId="{02023930-B3CD-4413-B571-351B01DFA258}" type="pres">
      <dgm:prSet presAssocID="{1AD1DF36-4FDA-4E77-9301-D30A5925DFD4}" presName="FourNodes_2" presStyleLbl="node1" presStyleIdx="1" presStyleCnt="4">
        <dgm:presLayoutVars>
          <dgm:bulletEnabled val="1"/>
        </dgm:presLayoutVars>
      </dgm:prSet>
      <dgm:spPr/>
    </dgm:pt>
    <dgm:pt modelId="{FC27ED7F-BCA9-4A4C-B83A-0A52032AE17E}" type="pres">
      <dgm:prSet presAssocID="{1AD1DF36-4FDA-4E77-9301-D30A5925DFD4}" presName="FourNodes_3" presStyleLbl="node1" presStyleIdx="2" presStyleCnt="4">
        <dgm:presLayoutVars>
          <dgm:bulletEnabled val="1"/>
        </dgm:presLayoutVars>
      </dgm:prSet>
      <dgm:spPr/>
    </dgm:pt>
    <dgm:pt modelId="{90924DA7-8F3F-474D-B2E8-78EA8FC78F69}" type="pres">
      <dgm:prSet presAssocID="{1AD1DF36-4FDA-4E77-9301-D30A5925DFD4}" presName="FourNodes_4" presStyleLbl="node1" presStyleIdx="3" presStyleCnt="4">
        <dgm:presLayoutVars>
          <dgm:bulletEnabled val="1"/>
        </dgm:presLayoutVars>
      </dgm:prSet>
      <dgm:spPr/>
    </dgm:pt>
    <dgm:pt modelId="{1C534BC9-4F60-43BC-8296-A969092B40C2}" type="pres">
      <dgm:prSet presAssocID="{1AD1DF36-4FDA-4E77-9301-D30A5925DFD4}" presName="FourConn_1-2" presStyleLbl="fgAccFollowNode1" presStyleIdx="0" presStyleCnt="3">
        <dgm:presLayoutVars>
          <dgm:bulletEnabled val="1"/>
        </dgm:presLayoutVars>
      </dgm:prSet>
      <dgm:spPr/>
    </dgm:pt>
    <dgm:pt modelId="{E915C85F-FCB8-4393-99EB-5D93B4E5D09F}" type="pres">
      <dgm:prSet presAssocID="{1AD1DF36-4FDA-4E77-9301-D30A5925DFD4}" presName="FourConn_2-3" presStyleLbl="fgAccFollowNode1" presStyleIdx="1" presStyleCnt="3">
        <dgm:presLayoutVars>
          <dgm:bulletEnabled val="1"/>
        </dgm:presLayoutVars>
      </dgm:prSet>
      <dgm:spPr/>
    </dgm:pt>
    <dgm:pt modelId="{4DB11201-C4E5-4C66-A0F7-889BF2D41595}" type="pres">
      <dgm:prSet presAssocID="{1AD1DF36-4FDA-4E77-9301-D30A5925DFD4}" presName="FourConn_3-4" presStyleLbl="fgAccFollowNode1" presStyleIdx="2" presStyleCnt="3">
        <dgm:presLayoutVars>
          <dgm:bulletEnabled val="1"/>
        </dgm:presLayoutVars>
      </dgm:prSet>
      <dgm:spPr/>
    </dgm:pt>
    <dgm:pt modelId="{23BBEB50-25AF-45B4-9163-0474B6996B9E}" type="pres">
      <dgm:prSet presAssocID="{1AD1DF36-4FDA-4E77-9301-D30A5925DFD4}" presName="FourNodes_1_text" presStyleLbl="node1" presStyleIdx="3" presStyleCnt="4">
        <dgm:presLayoutVars>
          <dgm:bulletEnabled val="1"/>
        </dgm:presLayoutVars>
      </dgm:prSet>
      <dgm:spPr/>
    </dgm:pt>
    <dgm:pt modelId="{6D12CA69-A7D7-44CF-A302-25F25F3C9A03}" type="pres">
      <dgm:prSet presAssocID="{1AD1DF36-4FDA-4E77-9301-D30A5925DFD4}" presName="FourNodes_2_text" presStyleLbl="node1" presStyleIdx="3" presStyleCnt="4">
        <dgm:presLayoutVars>
          <dgm:bulletEnabled val="1"/>
        </dgm:presLayoutVars>
      </dgm:prSet>
      <dgm:spPr/>
    </dgm:pt>
    <dgm:pt modelId="{57E8D8FD-7603-45C9-92AB-27703876C3FB}" type="pres">
      <dgm:prSet presAssocID="{1AD1DF36-4FDA-4E77-9301-D30A5925DFD4}" presName="FourNodes_3_text" presStyleLbl="node1" presStyleIdx="3" presStyleCnt="4">
        <dgm:presLayoutVars>
          <dgm:bulletEnabled val="1"/>
        </dgm:presLayoutVars>
      </dgm:prSet>
      <dgm:spPr/>
    </dgm:pt>
    <dgm:pt modelId="{ACB5F3DC-64AA-48BA-B695-A2A3107D0E8A}" type="pres">
      <dgm:prSet presAssocID="{1AD1DF36-4FDA-4E77-9301-D30A5925DFD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642F203-3710-4EAE-A5CC-634C2CF80FDD}" srcId="{1AD1DF36-4FDA-4E77-9301-D30A5925DFD4}" destId="{1745D3F9-BB1D-4763-8B66-CB26D6E603D7}" srcOrd="0" destOrd="0" parTransId="{8E366439-DFF4-4646-8C13-5CC80A311C5E}" sibTransId="{53E392FA-E351-4304-9C2F-67687CD1E9D8}"/>
    <dgm:cxn modelId="{AC183804-4BD9-484C-B998-BE93B50718DA}" srcId="{1AD1DF36-4FDA-4E77-9301-D30A5925DFD4}" destId="{4F21D342-A743-4FFC-A169-EBA3751DA066}" srcOrd="3" destOrd="0" parTransId="{CED5E318-535D-4122-8B9B-83E7B7C6C35F}" sibTransId="{D2683A51-AA4B-4DAC-BCD0-EB58597A21CB}"/>
    <dgm:cxn modelId="{223B6311-5BCE-4F96-9771-7654F25FA16F}" type="presOf" srcId="{1745D3F9-BB1D-4763-8B66-CB26D6E603D7}" destId="{23BBEB50-25AF-45B4-9163-0474B6996B9E}" srcOrd="1" destOrd="0" presId="urn:microsoft.com/office/officeart/2005/8/layout/vProcess5"/>
    <dgm:cxn modelId="{C072D721-70DE-40E9-98A9-E04BA3585655}" srcId="{1AD1DF36-4FDA-4E77-9301-D30A5925DFD4}" destId="{5C60203D-BE55-45B9-9D5B-FD4804F7AF7F}" srcOrd="1" destOrd="0" parTransId="{7D042C7B-7293-4501-BCE1-23B811A66083}" sibTransId="{37BF62E1-BC63-4401-B432-C5A02B925DA8}"/>
    <dgm:cxn modelId="{F3125728-C0BC-42DF-96E5-6BA86C6F831F}" type="presOf" srcId="{5C60203D-BE55-45B9-9D5B-FD4804F7AF7F}" destId="{02023930-B3CD-4413-B571-351B01DFA258}" srcOrd="0" destOrd="0" presId="urn:microsoft.com/office/officeart/2005/8/layout/vProcess5"/>
    <dgm:cxn modelId="{4C83CE39-8996-46DC-90B2-242CDA7B2B54}" srcId="{1AD1DF36-4FDA-4E77-9301-D30A5925DFD4}" destId="{CEE68791-777D-46EF-9BCD-5780FAE97AFB}" srcOrd="2" destOrd="0" parTransId="{B7905BFB-A4C5-4591-9C46-3FCEAFC15D15}" sibTransId="{D5B288E3-E83F-4B04-A89E-DF7DE768EC56}"/>
    <dgm:cxn modelId="{7D72AF97-7C3B-4CA1-B637-8D0C4185C2E5}" type="presOf" srcId="{1AD1DF36-4FDA-4E77-9301-D30A5925DFD4}" destId="{1C7E0603-F3A4-4887-B376-2F2337D30EE0}" srcOrd="0" destOrd="0" presId="urn:microsoft.com/office/officeart/2005/8/layout/vProcess5"/>
    <dgm:cxn modelId="{F179FD9B-6960-4714-8E1A-5B012AAD4811}" type="presOf" srcId="{1745D3F9-BB1D-4763-8B66-CB26D6E603D7}" destId="{F0FDD7F4-0418-4132-AB0F-00A58E40DA4B}" srcOrd="0" destOrd="0" presId="urn:microsoft.com/office/officeart/2005/8/layout/vProcess5"/>
    <dgm:cxn modelId="{38EE339D-110E-4127-8341-465A3FC6320B}" type="presOf" srcId="{4F21D342-A743-4FFC-A169-EBA3751DA066}" destId="{ACB5F3DC-64AA-48BA-B695-A2A3107D0E8A}" srcOrd="1" destOrd="0" presId="urn:microsoft.com/office/officeart/2005/8/layout/vProcess5"/>
    <dgm:cxn modelId="{DE4B8BB2-17D1-44B9-BC6F-7059A6BA6416}" type="presOf" srcId="{D5B288E3-E83F-4B04-A89E-DF7DE768EC56}" destId="{4DB11201-C4E5-4C66-A0F7-889BF2D41595}" srcOrd="0" destOrd="0" presId="urn:microsoft.com/office/officeart/2005/8/layout/vProcess5"/>
    <dgm:cxn modelId="{ACEED4C7-616E-418A-BCEA-3BD44B55EA21}" type="presOf" srcId="{4F21D342-A743-4FFC-A169-EBA3751DA066}" destId="{90924DA7-8F3F-474D-B2E8-78EA8FC78F69}" srcOrd="0" destOrd="0" presId="urn:microsoft.com/office/officeart/2005/8/layout/vProcess5"/>
    <dgm:cxn modelId="{8DD753C8-AC3C-4101-999C-1E61F424BD48}" type="presOf" srcId="{53E392FA-E351-4304-9C2F-67687CD1E9D8}" destId="{1C534BC9-4F60-43BC-8296-A969092B40C2}" srcOrd="0" destOrd="0" presId="urn:microsoft.com/office/officeart/2005/8/layout/vProcess5"/>
    <dgm:cxn modelId="{DFEB66E4-873B-47A9-B9E9-3474ECF6040F}" type="presOf" srcId="{5C60203D-BE55-45B9-9D5B-FD4804F7AF7F}" destId="{6D12CA69-A7D7-44CF-A302-25F25F3C9A03}" srcOrd="1" destOrd="0" presId="urn:microsoft.com/office/officeart/2005/8/layout/vProcess5"/>
    <dgm:cxn modelId="{E8BCDCEC-EA7D-4560-930C-1EEF3F4F7B03}" type="presOf" srcId="{CEE68791-777D-46EF-9BCD-5780FAE97AFB}" destId="{57E8D8FD-7603-45C9-92AB-27703876C3FB}" srcOrd="1" destOrd="0" presId="urn:microsoft.com/office/officeart/2005/8/layout/vProcess5"/>
    <dgm:cxn modelId="{AC64DCEE-3333-4E03-AB04-5A8ABF58A865}" type="presOf" srcId="{37BF62E1-BC63-4401-B432-C5A02B925DA8}" destId="{E915C85F-FCB8-4393-99EB-5D93B4E5D09F}" srcOrd="0" destOrd="0" presId="urn:microsoft.com/office/officeart/2005/8/layout/vProcess5"/>
    <dgm:cxn modelId="{9881F8FE-DC41-4EC0-96D0-1C0C3C8FD8F6}" type="presOf" srcId="{CEE68791-777D-46EF-9BCD-5780FAE97AFB}" destId="{FC27ED7F-BCA9-4A4C-B83A-0A52032AE17E}" srcOrd="0" destOrd="0" presId="urn:microsoft.com/office/officeart/2005/8/layout/vProcess5"/>
    <dgm:cxn modelId="{5F1B9D05-DF8A-4258-8CCD-D4CAF1613B90}" type="presParOf" srcId="{1C7E0603-F3A4-4887-B376-2F2337D30EE0}" destId="{666A1BF6-B780-4D7A-9495-6C64BA2B8815}" srcOrd="0" destOrd="0" presId="urn:microsoft.com/office/officeart/2005/8/layout/vProcess5"/>
    <dgm:cxn modelId="{FE9805A3-2D5B-4F0C-B258-C511D0CBB641}" type="presParOf" srcId="{1C7E0603-F3A4-4887-B376-2F2337D30EE0}" destId="{F0FDD7F4-0418-4132-AB0F-00A58E40DA4B}" srcOrd="1" destOrd="0" presId="urn:microsoft.com/office/officeart/2005/8/layout/vProcess5"/>
    <dgm:cxn modelId="{89C070CE-BCB5-4CBC-AC3D-B8073B3E4484}" type="presParOf" srcId="{1C7E0603-F3A4-4887-B376-2F2337D30EE0}" destId="{02023930-B3CD-4413-B571-351B01DFA258}" srcOrd="2" destOrd="0" presId="urn:microsoft.com/office/officeart/2005/8/layout/vProcess5"/>
    <dgm:cxn modelId="{5DD1BC42-B532-4D4C-BC5E-4DBDEA4168A1}" type="presParOf" srcId="{1C7E0603-F3A4-4887-B376-2F2337D30EE0}" destId="{FC27ED7F-BCA9-4A4C-B83A-0A52032AE17E}" srcOrd="3" destOrd="0" presId="urn:microsoft.com/office/officeart/2005/8/layout/vProcess5"/>
    <dgm:cxn modelId="{01F23625-E17C-4491-BDB9-3580BF1190B7}" type="presParOf" srcId="{1C7E0603-F3A4-4887-B376-2F2337D30EE0}" destId="{90924DA7-8F3F-474D-B2E8-78EA8FC78F69}" srcOrd="4" destOrd="0" presId="urn:microsoft.com/office/officeart/2005/8/layout/vProcess5"/>
    <dgm:cxn modelId="{24CC7CDA-B7A8-46BE-91F4-EB266DB2C36A}" type="presParOf" srcId="{1C7E0603-F3A4-4887-B376-2F2337D30EE0}" destId="{1C534BC9-4F60-43BC-8296-A969092B40C2}" srcOrd="5" destOrd="0" presId="urn:microsoft.com/office/officeart/2005/8/layout/vProcess5"/>
    <dgm:cxn modelId="{C54B3EB0-7C96-4D7E-BE6F-165E0EEA5A29}" type="presParOf" srcId="{1C7E0603-F3A4-4887-B376-2F2337D30EE0}" destId="{E915C85F-FCB8-4393-99EB-5D93B4E5D09F}" srcOrd="6" destOrd="0" presId="urn:microsoft.com/office/officeart/2005/8/layout/vProcess5"/>
    <dgm:cxn modelId="{EE199283-B39C-40AB-8DBD-8424CA546BAA}" type="presParOf" srcId="{1C7E0603-F3A4-4887-B376-2F2337D30EE0}" destId="{4DB11201-C4E5-4C66-A0F7-889BF2D41595}" srcOrd="7" destOrd="0" presId="urn:microsoft.com/office/officeart/2005/8/layout/vProcess5"/>
    <dgm:cxn modelId="{96F95517-C5FB-4619-985A-95A2F5401B68}" type="presParOf" srcId="{1C7E0603-F3A4-4887-B376-2F2337D30EE0}" destId="{23BBEB50-25AF-45B4-9163-0474B6996B9E}" srcOrd="8" destOrd="0" presId="urn:microsoft.com/office/officeart/2005/8/layout/vProcess5"/>
    <dgm:cxn modelId="{C52D970B-4335-4E15-BEE0-47FCE3D9A97F}" type="presParOf" srcId="{1C7E0603-F3A4-4887-B376-2F2337D30EE0}" destId="{6D12CA69-A7D7-44CF-A302-25F25F3C9A03}" srcOrd="9" destOrd="0" presId="urn:microsoft.com/office/officeart/2005/8/layout/vProcess5"/>
    <dgm:cxn modelId="{E43F0495-08C3-4A33-8DF5-45F2E379947F}" type="presParOf" srcId="{1C7E0603-F3A4-4887-B376-2F2337D30EE0}" destId="{57E8D8FD-7603-45C9-92AB-27703876C3FB}" srcOrd="10" destOrd="0" presId="urn:microsoft.com/office/officeart/2005/8/layout/vProcess5"/>
    <dgm:cxn modelId="{DF7F4FD2-1DCE-4BEF-8AC3-419465A41BFA}" type="presParOf" srcId="{1C7E0603-F3A4-4887-B376-2F2337D30EE0}" destId="{ACB5F3DC-64AA-48BA-B695-A2A3107D0E8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B9B1AF-6F61-4C67-B0E2-5D58CD5F57E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9A242F-C757-48CC-83B0-625B807AF2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Patterns vs Noise: </a:t>
          </a:r>
          <a:r>
            <a:rPr lang="en-US"/>
            <a:t>The goal is to identify real patterns in data, not be misled by random fluctuations.</a:t>
          </a:r>
        </a:p>
      </dgm:t>
    </dgm:pt>
    <dgm:pt modelId="{24677759-9480-4683-A2C9-CAF09F7B6D86}" type="parTrans" cxnId="{7B99BE4F-98C2-4BC1-95BE-16A3C3847F4B}">
      <dgm:prSet/>
      <dgm:spPr/>
      <dgm:t>
        <a:bodyPr/>
        <a:lstStyle/>
        <a:p>
          <a:endParaRPr lang="en-US"/>
        </a:p>
      </dgm:t>
    </dgm:pt>
    <dgm:pt modelId="{EF21B303-897E-41C4-83CE-C0FA23337598}" type="sibTrans" cxnId="{7B99BE4F-98C2-4BC1-95BE-16A3C3847F4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9F56660-79D7-4410-AA2C-66D2C45339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Descriptive vs Inferential: </a:t>
          </a:r>
          <a:r>
            <a:rPr lang="en-US"/>
            <a:t>Description helps summarize what you see; inference tries to generalize beyond what you see.</a:t>
          </a:r>
        </a:p>
      </dgm:t>
    </dgm:pt>
    <dgm:pt modelId="{8A06478F-C4C4-4C7E-BBDB-4103B9B0EEFB}" type="parTrans" cxnId="{4CCA8201-BA66-404F-9804-C34F56F58740}">
      <dgm:prSet/>
      <dgm:spPr/>
      <dgm:t>
        <a:bodyPr/>
        <a:lstStyle/>
        <a:p>
          <a:endParaRPr lang="en-US"/>
        </a:p>
      </dgm:t>
    </dgm:pt>
    <dgm:pt modelId="{3565AF94-A60B-4F1B-B52C-44AD789EBB2D}" type="sibTrans" cxnId="{4CCA8201-BA66-404F-9804-C34F56F587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6974C6-360A-4878-8DAE-D54964A96F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Context matters: </a:t>
          </a:r>
          <a:r>
            <a:rPr lang="en-US"/>
            <a:t>Data doesn’t speak for itself. Understanding the context is key to drawing meaningful conclusions.</a:t>
          </a:r>
        </a:p>
      </dgm:t>
    </dgm:pt>
    <dgm:pt modelId="{163F2B3E-3B25-498A-97FD-174044031D36}" type="parTrans" cxnId="{6CA043F7-6ACB-4BCC-8EC9-8A5E8D5787F6}">
      <dgm:prSet/>
      <dgm:spPr/>
      <dgm:t>
        <a:bodyPr/>
        <a:lstStyle/>
        <a:p>
          <a:endParaRPr lang="en-US"/>
        </a:p>
      </dgm:t>
    </dgm:pt>
    <dgm:pt modelId="{9E7183F5-B989-4099-BC55-39281E716C89}" type="sibTrans" cxnId="{6CA043F7-6ACB-4BCC-8EC9-8A5E8D5787F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885063-108C-4DB3-8CB3-CD6B52851C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Exploration comes first: </a:t>
          </a:r>
          <a:r>
            <a:rPr lang="en-US"/>
            <a:t>Initial data exploration helps shape hypotheses and highlights potential anomalies.</a:t>
          </a:r>
        </a:p>
      </dgm:t>
    </dgm:pt>
    <dgm:pt modelId="{C8A00F15-40B1-45FF-8055-BA5D4C5A5E0C}" type="parTrans" cxnId="{3A650F37-70B1-4F2D-925D-93A5D604F925}">
      <dgm:prSet/>
      <dgm:spPr/>
      <dgm:t>
        <a:bodyPr/>
        <a:lstStyle/>
        <a:p>
          <a:endParaRPr lang="en-US"/>
        </a:p>
      </dgm:t>
    </dgm:pt>
    <dgm:pt modelId="{3E180B7B-51EA-4BBE-A027-A80DF347C207}" type="sibTrans" cxnId="{3A650F37-70B1-4F2D-925D-93A5D604F92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AF9B48-8AA0-44EC-B848-EF1EB1927E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Feedback loops: </a:t>
          </a:r>
          <a:r>
            <a:rPr lang="en-US"/>
            <a:t>Statistical analysis often involves refining models as more data is collected.</a:t>
          </a:r>
        </a:p>
      </dgm:t>
    </dgm:pt>
    <dgm:pt modelId="{B6D91B07-FC80-40BB-A32F-A0A8408796D4}" type="parTrans" cxnId="{7832EE9A-3896-4BE3-8C5C-EBD7D44D402F}">
      <dgm:prSet/>
      <dgm:spPr/>
      <dgm:t>
        <a:bodyPr/>
        <a:lstStyle/>
        <a:p>
          <a:endParaRPr lang="en-US"/>
        </a:p>
      </dgm:t>
    </dgm:pt>
    <dgm:pt modelId="{9212DD23-E7CA-4F60-A575-624CE29D34CB}" type="sibTrans" cxnId="{7832EE9A-3896-4BE3-8C5C-EBD7D44D40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8C94E7A-28C3-4A42-8E43-4CF0DA229B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Modeling reality: </a:t>
          </a:r>
          <a:r>
            <a:rPr lang="en-US"/>
            <a:t>Models simplify the world to help us understand and predict behavior.</a:t>
          </a:r>
        </a:p>
      </dgm:t>
    </dgm:pt>
    <dgm:pt modelId="{FE30CB57-6944-4E04-B900-EF32A08223CD}" type="parTrans" cxnId="{9DAC7F3A-CCF5-4DF6-8D36-8F86D9A97C9B}">
      <dgm:prSet/>
      <dgm:spPr/>
      <dgm:t>
        <a:bodyPr/>
        <a:lstStyle/>
        <a:p>
          <a:endParaRPr lang="en-US"/>
        </a:p>
      </dgm:t>
    </dgm:pt>
    <dgm:pt modelId="{13550C00-7691-4CF5-9C45-F7E579A2A6B7}" type="sibTrans" cxnId="{9DAC7F3A-CCF5-4DF6-8D36-8F86D9A97C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F687F6F-172C-4592-A510-5A310DBAFC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Quantifying learning: </a:t>
          </a:r>
          <a:r>
            <a:rPr lang="en-US"/>
            <a:t>We use metrics (like accuracy, error rates) to judge how well we’ve learned from data.</a:t>
          </a:r>
        </a:p>
      </dgm:t>
    </dgm:pt>
    <dgm:pt modelId="{32821E8E-7FF9-4D42-8C74-33988ED416E5}" type="parTrans" cxnId="{07561861-AA21-4110-82D8-DB65D856FBA4}">
      <dgm:prSet/>
      <dgm:spPr/>
      <dgm:t>
        <a:bodyPr/>
        <a:lstStyle/>
        <a:p>
          <a:endParaRPr lang="en-US"/>
        </a:p>
      </dgm:t>
    </dgm:pt>
    <dgm:pt modelId="{2A55CC67-F10A-418C-BDF7-636F58366485}" type="sibTrans" cxnId="{07561861-AA21-4110-82D8-DB65D856FB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A1DA2D5-E8E2-42F5-86B0-BCB80560D1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Continual updates: </a:t>
          </a:r>
          <a:r>
            <a:rPr lang="en-US"/>
            <a:t>As new data comes in, conclusions should be revised accordingly.</a:t>
          </a:r>
        </a:p>
      </dgm:t>
    </dgm:pt>
    <dgm:pt modelId="{9B4B532B-C14E-48A7-80F7-60792726E7E0}" type="parTrans" cxnId="{426D7C33-3170-4A93-86EA-49AE5AF192B2}">
      <dgm:prSet/>
      <dgm:spPr/>
      <dgm:t>
        <a:bodyPr/>
        <a:lstStyle/>
        <a:p>
          <a:endParaRPr lang="en-US"/>
        </a:p>
      </dgm:t>
    </dgm:pt>
    <dgm:pt modelId="{60661BBA-0924-4E8F-B29D-DB28C24E4067}" type="sibTrans" cxnId="{426D7C33-3170-4A93-86EA-49AE5AF192B2}">
      <dgm:prSet/>
      <dgm:spPr/>
      <dgm:t>
        <a:bodyPr/>
        <a:lstStyle/>
        <a:p>
          <a:endParaRPr lang="en-US"/>
        </a:p>
      </dgm:t>
    </dgm:pt>
    <dgm:pt modelId="{42FAA4FD-68A4-44F0-AF67-F9596F3D49A7}" type="pres">
      <dgm:prSet presAssocID="{1FB9B1AF-6F61-4C67-B0E2-5D58CD5F57EC}" presName="root" presStyleCnt="0">
        <dgm:presLayoutVars>
          <dgm:dir/>
          <dgm:resizeHandles val="exact"/>
        </dgm:presLayoutVars>
      </dgm:prSet>
      <dgm:spPr/>
    </dgm:pt>
    <dgm:pt modelId="{C47C29EF-916D-4CF5-8391-7C76A7400983}" type="pres">
      <dgm:prSet presAssocID="{1FB9B1AF-6F61-4C67-B0E2-5D58CD5F57EC}" presName="container" presStyleCnt="0">
        <dgm:presLayoutVars>
          <dgm:dir/>
          <dgm:resizeHandles val="exact"/>
        </dgm:presLayoutVars>
      </dgm:prSet>
      <dgm:spPr/>
    </dgm:pt>
    <dgm:pt modelId="{4EAB3B3D-7ECD-4250-9695-98C374F3BD0B}" type="pres">
      <dgm:prSet presAssocID="{059A242F-C757-48CC-83B0-625B807AF2AB}" presName="compNode" presStyleCnt="0"/>
      <dgm:spPr/>
    </dgm:pt>
    <dgm:pt modelId="{C99F1128-5170-42EB-A7D9-EF307D26F73C}" type="pres">
      <dgm:prSet presAssocID="{059A242F-C757-48CC-83B0-625B807AF2AB}" presName="iconBgRect" presStyleLbl="bgShp" presStyleIdx="0" presStyleCnt="8"/>
      <dgm:spPr/>
    </dgm:pt>
    <dgm:pt modelId="{69D94748-E7FA-4B40-9CE6-8829C63F181A}" type="pres">
      <dgm:prSet presAssocID="{059A242F-C757-48CC-83B0-625B807AF2AB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78C0C2C-7739-4997-B2B3-A27B15F0B36F}" type="pres">
      <dgm:prSet presAssocID="{059A242F-C757-48CC-83B0-625B807AF2AB}" presName="spaceRect" presStyleCnt="0"/>
      <dgm:spPr/>
    </dgm:pt>
    <dgm:pt modelId="{2E9DFB04-A8B1-4080-90ED-53B648E69700}" type="pres">
      <dgm:prSet presAssocID="{059A242F-C757-48CC-83B0-625B807AF2AB}" presName="textRect" presStyleLbl="revTx" presStyleIdx="0" presStyleCnt="8">
        <dgm:presLayoutVars>
          <dgm:chMax val="1"/>
          <dgm:chPref val="1"/>
        </dgm:presLayoutVars>
      </dgm:prSet>
      <dgm:spPr/>
    </dgm:pt>
    <dgm:pt modelId="{7C2158D5-BDC3-4882-8D85-35ACE0B5BEF5}" type="pres">
      <dgm:prSet presAssocID="{EF21B303-897E-41C4-83CE-C0FA23337598}" presName="sibTrans" presStyleLbl="sibTrans2D1" presStyleIdx="0" presStyleCnt="0"/>
      <dgm:spPr/>
    </dgm:pt>
    <dgm:pt modelId="{D7B5F255-5B19-428E-A295-504D8AA70818}" type="pres">
      <dgm:prSet presAssocID="{E9F56660-79D7-4410-AA2C-66D2C453397F}" presName="compNode" presStyleCnt="0"/>
      <dgm:spPr/>
    </dgm:pt>
    <dgm:pt modelId="{27CAA10F-3074-4476-B27C-66010E2E0B6E}" type="pres">
      <dgm:prSet presAssocID="{E9F56660-79D7-4410-AA2C-66D2C453397F}" presName="iconBgRect" presStyleLbl="bgShp" presStyleIdx="1" presStyleCnt="8"/>
      <dgm:spPr/>
    </dgm:pt>
    <dgm:pt modelId="{304AF5F6-8AFA-4E6F-85A2-A3A71134BCFA}" type="pres">
      <dgm:prSet presAssocID="{E9F56660-79D7-4410-AA2C-66D2C453397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8ED8453-370B-47EF-BFC3-F884AEE318BB}" type="pres">
      <dgm:prSet presAssocID="{E9F56660-79D7-4410-AA2C-66D2C453397F}" presName="spaceRect" presStyleCnt="0"/>
      <dgm:spPr/>
    </dgm:pt>
    <dgm:pt modelId="{A5A45CCD-1F53-4505-9656-8D7D1B8C31DA}" type="pres">
      <dgm:prSet presAssocID="{E9F56660-79D7-4410-AA2C-66D2C453397F}" presName="textRect" presStyleLbl="revTx" presStyleIdx="1" presStyleCnt="8">
        <dgm:presLayoutVars>
          <dgm:chMax val="1"/>
          <dgm:chPref val="1"/>
        </dgm:presLayoutVars>
      </dgm:prSet>
      <dgm:spPr/>
    </dgm:pt>
    <dgm:pt modelId="{9B652C8E-88EB-438B-B581-64ED2464F0BF}" type="pres">
      <dgm:prSet presAssocID="{3565AF94-A60B-4F1B-B52C-44AD789EBB2D}" presName="sibTrans" presStyleLbl="sibTrans2D1" presStyleIdx="0" presStyleCnt="0"/>
      <dgm:spPr/>
    </dgm:pt>
    <dgm:pt modelId="{729A4ECA-8C13-4411-A590-3168DFE18E2B}" type="pres">
      <dgm:prSet presAssocID="{236974C6-360A-4878-8DAE-D54964A96F1F}" presName="compNode" presStyleCnt="0"/>
      <dgm:spPr/>
    </dgm:pt>
    <dgm:pt modelId="{9B3DF05D-B8BF-42CA-9BF3-4080F3CD7DF6}" type="pres">
      <dgm:prSet presAssocID="{236974C6-360A-4878-8DAE-D54964A96F1F}" presName="iconBgRect" presStyleLbl="bgShp" presStyleIdx="2" presStyleCnt="8"/>
      <dgm:spPr/>
    </dgm:pt>
    <dgm:pt modelId="{07A9152E-5885-4FED-8799-43509EFBD6FC}" type="pres">
      <dgm:prSet presAssocID="{236974C6-360A-4878-8DAE-D54964A96F1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E1BE664-BB19-4C6E-BC19-E9E6A2E623FD}" type="pres">
      <dgm:prSet presAssocID="{236974C6-360A-4878-8DAE-D54964A96F1F}" presName="spaceRect" presStyleCnt="0"/>
      <dgm:spPr/>
    </dgm:pt>
    <dgm:pt modelId="{EB1DE7A7-DCA8-4C92-9CA7-1E0026DF3F01}" type="pres">
      <dgm:prSet presAssocID="{236974C6-360A-4878-8DAE-D54964A96F1F}" presName="textRect" presStyleLbl="revTx" presStyleIdx="2" presStyleCnt="8">
        <dgm:presLayoutVars>
          <dgm:chMax val="1"/>
          <dgm:chPref val="1"/>
        </dgm:presLayoutVars>
      </dgm:prSet>
      <dgm:spPr/>
    </dgm:pt>
    <dgm:pt modelId="{3F81A273-0B6E-485B-911B-90245ECBB65B}" type="pres">
      <dgm:prSet presAssocID="{9E7183F5-B989-4099-BC55-39281E716C89}" presName="sibTrans" presStyleLbl="sibTrans2D1" presStyleIdx="0" presStyleCnt="0"/>
      <dgm:spPr/>
    </dgm:pt>
    <dgm:pt modelId="{9B5B843A-0E4F-4FFF-B334-B45E87165B7D}" type="pres">
      <dgm:prSet presAssocID="{B4885063-108C-4DB3-8CB3-CD6B52851C0B}" presName="compNode" presStyleCnt="0"/>
      <dgm:spPr/>
    </dgm:pt>
    <dgm:pt modelId="{4B0CF864-6760-4F3E-A4E1-4B1F418BAC1B}" type="pres">
      <dgm:prSet presAssocID="{B4885063-108C-4DB3-8CB3-CD6B52851C0B}" presName="iconBgRect" presStyleLbl="bgShp" presStyleIdx="3" presStyleCnt="8"/>
      <dgm:spPr/>
    </dgm:pt>
    <dgm:pt modelId="{8F19E56A-A4DC-46C2-8A4A-76DB422A200D}" type="pres">
      <dgm:prSet presAssocID="{B4885063-108C-4DB3-8CB3-CD6B52851C0B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2503AF3-929C-4871-BAE9-614670FCC772}" type="pres">
      <dgm:prSet presAssocID="{B4885063-108C-4DB3-8CB3-CD6B52851C0B}" presName="spaceRect" presStyleCnt="0"/>
      <dgm:spPr/>
    </dgm:pt>
    <dgm:pt modelId="{031966A5-3042-472D-A229-1ECE12A77AA0}" type="pres">
      <dgm:prSet presAssocID="{B4885063-108C-4DB3-8CB3-CD6B52851C0B}" presName="textRect" presStyleLbl="revTx" presStyleIdx="3" presStyleCnt="8">
        <dgm:presLayoutVars>
          <dgm:chMax val="1"/>
          <dgm:chPref val="1"/>
        </dgm:presLayoutVars>
      </dgm:prSet>
      <dgm:spPr/>
    </dgm:pt>
    <dgm:pt modelId="{A16AEC3B-0842-4E07-8F72-E1D68EAA06B8}" type="pres">
      <dgm:prSet presAssocID="{3E180B7B-51EA-4BBE-A027-A80DF347C207}" presName="sibTrans" presStyleLbl="sibTrans2D1" presStyleIdx="0" presStyleCnt="0"/>
      <dgm:spPr/>
    </dgm:pt>
    <dgm:pt modelId="{61E04396-20E2-4DFB-BBBA-432CAB377C51}" type="pres">
      <dgm:prSet presAssocID="{86AF9B48-8AA0-44EC-B848-EF1EB1927EA8}" presName="compNode" presStyleCnt="0"/>
      <dgm:spPr/>
    </dgm:pt>
    <dgm:pt modelId="{B57DDF67-215A-4A6E-99B0-07D9CD3EB6EF}" type="pres">
      <dgm:prSet presAssocID="{86AF9B48-8AA0-44EC-B848-EF1EB1927EA8}" presName="iconBgRect" presStyleLbl="bgShp" presStyleIdx="4" presStyleCnt="8"/>
      <dgm:spPr/>
    </dgm:pt>
    <dgm:pt modelId="{77A1B338-264D-4190-8506-07F3ADFD116F}" type="pres">
      <dgm:prSet presAssocID="{86AF9B48-8AA0-44EC-B848-EF1EB1927EA8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92E4F68C-3ADB-4B55-835A-B779E77868F2}" type="pres">
      <dgm:prSet presAssocID="{86AF9B48-8AA0-44EC-B848-EF1EB1927EA8}" presName="spaceRect" presStyleCnt="0"/>
      <dgm:spPr/>
    </dgm:pt>
    <dgm:pt modelId="{CC37BD9D-EE44-4651-AF07-00025372972A}" type="pres">
      <dgm:prSet presAssocID="{86AF9B48-8AA0-44EC-B848-EF1EB1927EA8}" presName="textRect" presStyleLbl="revTx" presStyleIdx="4" presStyleCnt="8">
        <dgm:presLayoutVars>
          <dgm:chMax val="1"/>
          <dgm:chPref val="1"/>
        </dgm:presLayoutVars>
      </dgm:prSet>
      <dgm:spPr/>
    </dgm:pt>
    <dgm:pt modelId="{78D7F788-6F98-48FF-8F33-BE74671917D4}" type="pres">
      <dgm:prSet presAssocID="{9212DD23-E7CA-4F60-A575-624CE29D34CB}" presName="sibTrans" presStyleLbl="sibTrans2D1" presStyleIdx="0" presStyleCnt="0"/>
      <dgm:spPr/>
    </dgm:pt>
    <dgm:pt modelId="{552DE9C8-0EBB-408F-8A4A-6A82E5021E4F}" type="pres">
      <dgm:prSet presAssocID="{B8C94E7A-28C3-4A42-8E43-4CF0DA229B3A}" presName="compNode" presStyleCnt="0"/>
      <dgm:spPr/>
    </dgm:pt>
    <dgm:pt modelId="{BA8CCE84-D5E9-43EA-BC30-E5D8EA3C085C}" type="pres">
      <dgm:prSet presAssocID="{B8C94E7A-28C3-4A42-8E43-4CF0DA229B3A}" presName="iconBgRect" presStyleLbl="bgShp" presStyleIdx="5" presStyleCnt="8"/>
      <dgm:spPr/>
    </dgm:pt>
    <dgm:pt modelId="{31D4D917-09FC-4C41-A1FA-B2A9DF45AB59}" type="pres">
      <dgm:prSet presAssocID="{B8C94E7A-28C3-4A42-8E43-4CF0DA229B3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D3FF4EC-ED1F-4EAE-B047-4C2B94D632A5}" type="pres">
      <dgm:prSet presAssocID="{B8C94E7A-28C3-4A42-8E43-4CF0DA229B3A}" presName="spaceRect" presStyleCnt="0"/>
      <dgm:spPr/>
    </dgm:pt>
    <dgm:pt modelId="{F95CA92E-48E5-4F20-8987-E74E31859E69}" type="pres">
      <dgm:prSet presAssocID="{B8C94E7A-28C3-4A42-8E43-4CF0DA229B3A}" presName="textRect" presStyleLbl="revTx" presStyleIdx="5" presStyleCnt="8">
        <dgm:presLayoutVars>
          <dgm:chMax val="1"/>
          <dgm:chPref val="1"/>
        </dgm:presLayoutVars>
      </dgm:prSet>
      <dgm:spPr/>
    </dgm:pt>
    <dgm:pt modelId="{0857456D-B507-417B-9FDA-DC6B1DBB946B}" type="pres">
      <dgm:prSet presAssocID="{13550C00-7691-4CF5-9C45-F7E579A2A6B7}" presName="sibTrans" presStyleLbl="sibTrans2D1" presStyleIdx="0" presStyleCnt="0"/>
      <dgm:spPr/>
    </dgm:pt>
    <dgm:pt modelId="{59DD939A-B0AF-449A-AA3D-98FE012B80C9}" type="pres">
      <dgm:prSet presAssocID="{BF687F6F-172C-4592-A510-5A310DBAFC57}" presName="compNode" presStyleCnt="0"/>
      <dgm:spPr/>
    </dgm:pt>
    <dgm:pt modelId="{76728008-93A9-403A-A3A9-AFA314513CCB}" type="pres">
      <dgm:prSet presAssocID="{BF687F6F-172C-4592-A510-5A310DBAFC57}" presName="iconBgRect" presStyleLbl="bgShp" presStyleIdx="6" presStyleCnt="8"/>
      <dgm:spPr/>
    </dgm:pt>
    <dgm:pt modelId="{A340BBB6-BF04-4674-9FAC-2BD842A25F7D}" type="pres">
      <dgm:prSet presAssocID="{BF687F6F-172C-4592-A510-5A310DBAFC57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2C568BD-54A1-41FB-A7BF-2586458BBF10}" type="pres">
      <dgm:prSet presAssocID="{BF687F6F-172C-4592-A510-5A310DBAFC57}" presName="spaceRect" presStyleCnt="0"/>
      <dgm:spPr/>
    </dgm:pt>
    <dgm:pt modelId="{B9A4F75E-319E-4276-8D7F-44F4ECBC8801}" type="pres">
      <dgm:prSet presAssocID="{BF687F6F-172C-4592-A510-5A310DBAFC57}" presName="textRect" presStyleLbl="revTx" presStyleIdx="6" presStyleCnt="8">
        <dgm:presLayoutVars>
          <dgm:chMax val="1"/>
          <dgm:chPref val="1"/>
        </dgm:presLayoutVars>
      </dgm:prSet>
      <dgm:spPr/>
    </dgm:pt>
    <dgm:pt modelId="{2A6C7365-F959-4F26-AF67-191203C19B4B}" type="pres">
      <dgm:prSet presAssocID="{2A55CC67-F10A-418C-BDF7-636F58366485}" presName="sibTrans" presStyleLbl="sibTrans2D1" presStyleIdx="0" presStyleCnt="0"/>
      <dgm:spPr/>
    </dgm:pt>
    <dgm:pt modelId="{0CFAFBDE-AA09-4351-BB29-871F269861AE}" type="pres">
      <dgm:prSet presAssocID="{0A1DA2D5-E8E2-42F5-86B0-BCB80560D198}" presName="compNode" presStyleCnt="0"/>
      <dgm:spPr/>
    </dgm:pt>
    <dgm:pt modelId="{E2D80E1A-2D54-4581-989A-CAF5B345A05A}" type="pres">
      <dgm:prSet presAssocID="{0A1DA2D5-E8E2-42F5-86B0-BCB80560D198}" presName="iconBgRect" presStyleLbl="bgShp" presStyleIdx="7" presStyleCnt="8"/>
      <dgm:spPr/>
    </dgm:pt>
    <dgm:pt modelId="{2021F4AA-7C1C-45DE-A743-300BE78CB18F}" type="pres">
      <dgm:prSet presAssocID="{0A1DA2D5-E8E2-42F5-86B0-BCB80560D198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415EA206-3D19-4CDD-B20B-7C9825DA03FC}" type="pres">
      <dgm:prSet presAssocID="{0A1DA2D5-E8E2-42F5-86B0-BCB80560D198}" presName="spaceRect" presStyleCnt="0"/>
      <dgm:spPr/>
    </dgm:pt>
    <dgm:pt modelId="{9520DD97-6DC1-4B16-A8EA-283567E8FE1D}" type="pres">
      <dgm:prSet presAssocID="{0A1DA2D5-E8E2-42F5-86B0-BCB80560D198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4CCA8201-BA66-404F-9804-C34F56F58740}" srcId="{1FB9B1AF-6F61-4C67-B0E2-5D58CD5F57EC}" destId="{E9F56660-79D7-4410-AA2C-66D2C453397F}" srcOrd="1" destOrd="0" parTransId="{8A06478F-C4C4-4C7E-BBDB-4103B9B0EEFB}" sibTransId="{3565AF94-A60B-4F1B-B52C-44AD789EBB2D}"/>
    <dgm:cxn modelId="{D64D3517-D58D-45A9-A576-DE70CC704556}" type="presOf" srcId="{EF21B303-897E-41C4-83CE-C0FA23337598}" destId="{7C2158D5-BDC3-4882-8D85-35ACE0B5BEF5}" srcOrd="0" destOrd="0" presId="urn:microsoft.com/office/officeart/2018/2/layout/IconCircleList"/>
    <dgm:cxn modelId="{03C5031D-DCFB-4B9A-902D-4234F370FED5}" type="presOf" srcId="{059A242F-C757-48CC-83B0-625B807AF2AB}" destId="{2E9DFB04-A8B1-4080-90ED-53B648E69700}" srcOrd="0" destOrd="0" presId="urn:microsoft.com/office/officeart/2018/2/layout/IconCircleList"/>
    <dgm:cxn modelId="{173B532B-D0C6-4D7D-B9E7-76E99B6625EA}" type="presOf" srcId="{0A1DA2D5-E8E2-42F5-86B0-BCB80560D198}" destId="{9520DD97-6DC1-4B16-A8EA-283567E8FE1D}" srcOrd="0" destOrd="0" presId="urn:microsoft.com/office/officeart/2018/2/layout/IconCircleList"/>
    <dgm:cxn modelId="{F125B12B-7B33-47A3-84D0-F8BAD6B63AEC}" type="presOf" srcId="{3E180B7B-51EA-4BBE-A027-A80DF347C207}" destId="{A16AEC3B-0842-4E07-8F72-E1D68EAA06B8}" srcOrd="0" destOrd="0" presId="urn:microsoft.com/office/officeart/2018/2/layout/IconCircleList"/>
    <dgm:cxn modelId="{70EEDF2B-C423-4E02-A578-94A78064D09B}" type="presOf" srcId="{9E7183F5-B989-4099-BC55-39281E716C89}" destId="{3F81A273-0B6E-485B-911B-90245ECBB65B}" srcOrd="0" destOrd="0" presId="urn:microsoft.com/office/officeart/2018/2/layout/IconCircleList"/>
    <dgm:cxn modelId="{426D7C33-3170-4A93-86EA-49AE5AF192B2}" srcId="{1FB9B1AF-6F61-4C67-B0E2-5D58CD5F57EC}" destId="{0A1DA2D5-E8E2-42F5-86B0-BCB80560D198}" srcOrd="7" destOrd="0" parTransId="{9B4B532B-C14E-48A7-80F7-60792726E7E0}" sibTransId="{60661BBA-0924-4E8F-B29D-DB28C24E4067}"/>
    <dgm:cxn modelId="{3A650F37-70B1-4F2D-925D-93A5D604F925}" srcId="{1FB9B1AF-6F61-4C67-B0E2-5D58CD5F57EC}" destId="{B4885063-108C-4DB3-8CB3-CD6B52851C0B}" srcOrd="3" destOrd="0" parTransId="{C8A00F15-40B1-45FF-8055-BA5D4C5A5E0C}" sibTransId="{3E180B7B-51EA-4BBE-A027-A80DF347C207}"/>
    <dgm:cxn modelId="{9DAC7F3A-CCF5-4DF6-8D36-8F86D9A97C9B}" srcId="{1FB9B1AF-6F61-4C67-B0E2-5D58CD5F57EC}" destId="{B8C94E7A-28C3-4A42-8E43-4CF0DA229B3A}" srcOrd="5" destOrd="0" parTransId="{FE30CB57-6944-4E04-B900-EF32A08223CD}" sibTransId="{13550C00-7691-4CF5-9C45-F7E579A2A6B7}"/>
    <dgm:cxn modelId="{07561861-AA21-4110-82D8-DB65D856FBA4}" srcId="{1FB9B1AF-6F61-4C67-B0E2-5D58CD5F57EC}" destId="{BF687F6F-172C-4592-A510-5A310DBAFC57}" srcOrd="6" destOrd="0" parTransId="{32821E8E-7FF9-4D42-8C74-33988ED416E5}" sibTransId="{2A55CC67-F10A-418C-BDF7-636F58366485}"/>
    <dgm:cxn modelId="{983A8C64-B759-4FAF-86C3-6F5CCC2C6F8B}" type="presOf" srcId="{236974C6-360A-4878-8DAE-D54964A96F1F}" destId="{EB1DE7A7-DCA8-4C92-9CA7-1E0026DF3F01}" srcOrd="0" destOrd="0" presId="urn:microsoft.com/office/officeart/2018/2/layout/IconCircleList"/>
    <dgm:cxn modelId="{7B99BE4F-98C2-4BC1-95BE-16A3C3847F4B}" srcId="{1FB9B1AF-6F61-4C67-B0E2-5D58CD5F57EC}" destId="{059A242F-C757-48CC-83B0-625B807AF2AB}" srcOrd="0" destOrd="0" parTransId="{24677759-9480-4683-A2C9-CAF09F7B6D86}" sibTransId="{EF21B303-897E-41C4-83CE-C0FA23337598}"/>
    <dgm:cxn modelId="{BED42F71-44C9-4038-8AC4-9A89869E2295}" type="presOf" srcId="{1FB9B1AF-6F61-4C67-B0E2-5D58CD5F57EC}" destId="{42FAA4FD-68A4-44F0-AF67-F9596F3D49A7}" srcOrd="0" destOrd="0" presId="urn:microsoft.com/office/officeart/2018/2/layout/IconCircleList"/>
    <dgm:cxn modelId="{4B171772-A07D-44F7-BF92-DD9BCC04FCA8}" type="presOf" srcId="{9212DD23-E7CA-4F60-A575-624CE29D34CB}" destId="{78D7F788-6F98-48FF-8F33-BE74671917D4}" srcOrd="0" destOrd="0" presId="urn:microsoft.com/office/officeart/2018/2/layout/IconCircleList"/>
    <dgm:cxn modelId="{3AA9A453-DBDC-4430-997F-5FE5E61A9DCC}" type="presOf" srcId="{B4885063-108C-4DB3-8CB3-CD6B52851C0B}" destId="{031966A5-3042-472D-A229-1ECE12A77AA0}" srcOrd="0" destOrd="0" presId="urn:microsoft.com/office/officeart/2018/2/layout/IconCircleList"/>
    <dgm:cxn modelId="{8CCBD255-60AC-489A-A490-A51CC05E4AE1}" type="presOf" srcId="{E9F56660-79D7-4410-AA2C-66D2C453397F}" destId="{A5A45CCD-1F53-4505-9656-8D7D1B8C31DA}" srcOrd="0" destOrd="0" presId="urn:microsoft.com/office/officeart/2018/2/layout/IconCircleList"/>
    <dgm:cxn modelId="{7832EE9A-3896-4BE3-8C5C-EBD7D44D402F}" srcId="{1FB9B1AF-6F61-4C67-B0E2-5D58CD5F57EC}" destId="{86AF9B48-8AA0-44EC-B848-EF1EB1927EA8}" srcOrd="4" destOrd="0" parTransId="{B6D91B07-FC80-40BB-A32F-A0A8408796D4}" sibTransId="{9212DD23-E7CA-4F60-A575-624CE29D34CB}"/>
    <dgm:cxn modelId="{2F5459AF-6563-4A66-BFAE-87B172FB793D}" type="presOf" srcId="{BF687F6F-172C-4592-A510-5A310DBAFC57}" destId="{B9A4F75E-319E-4276-8D7F-44F4ECBC8801}" srcOrd="0" destOrd="0" presId="urn:microsoft.com/office/officeart/2018/2/layout/IconCircleList"/>
    <dgm:cxn modelId="{2F1114D1-B93E-4618-ADCB-8F95F196F428}" type="presOf" srcId="{B8C94E7A-28C3-4A42-8E43-4CF0DA229B3A}" destId="{F95CA92E-48E5-4F20-8987-E74E31859E69}" srcOrd="0" destOrd="0" presId="urn:microsoft.com/office/officeart/2018/2/layout/IconCircleList"/>
    <dgm:cxn modelId="{C87D49D1-C27F-4D04-9742-83508C8003C6}" type="presOf" srcId="{13550C00-7691-4CF5-9C45-F7E579A2A6B7}" destId="{0857456D-B507-417B-9FDA-DC6B1DBB946B}" srcOrd="0" destOrd="0" presId="urn:microsoft.com/office/officeart/2018/2/layout/IconCircleList"/>
    <dgm:cxn modelId="{779999DB-B9BC-4F34-AD1D-A17056C357C9}" type="presOf" srcId="{2A55CC67-F10A-418C-BDF7-636F58366485}" destId="{2A6C7365-F959-4F26-AF67-191203C19B4B}" srcOrd="0" destOrd="0" presId="urn:microsoft.com/office/officeart/2018/2/layout/IconCircleList"/>
    <dgm:cxn modelId="{7EA42EF6-DB3F-4B0F-8C25-4E02348BC9AC}" type="presOf" srcId="{3565AF94-A60B-4F1B-B52C-44AD789EBB2D}" destId="{9B652C8E-88EB-438B-B581-64ED2464F0BF}" srcOrd="0" destOrd="0" presId="urn:microsoft.com/office/officeart/2018/2/layout/IconCircleList"/>
    <dgm:cxn modelId="{801100F7-E611-4647-95FD-37831D2DB8DC}" type="presOf" srcId="{86AF9B48-8AA0-44EC-B848-EF1EB1927EA8}" destId="{CC37BD9D-EE44-4651-AF07-00025372972A}" srcOrd="0" destOrd="0" presId="urn:microsoft.com/office/officeart/2018/2/layout/IconCircleList"/>
    <dgm:cxn modelId="{6CA043F7-6ACB-4BCC-8EC9-8A5E8D5787F6}" srcId="{1FB9B1AF-6F61-4C67-B0E2-5D58CD5F57EC}" destId="{236974C6-360A-4878-8DAE-D54964A96F1F}" srcOrd="2" destOrd="0" parTransId="{163F2B3E-3B25-498A-97FD-174044031D36}" sibTransId="{9E7183F5-B989-4099-BC55-39281E716C89}"/>
    <dgm:cxn modelId="{1F034BDF-C5AB-420C-BEB3-210ABC3D20DA}" type="presParOf" srcId="{42FAA4FD-68A4-44F0-AF67-F9596F3D49A7}" destId="{C47C29EF-916D-4CF5-8391-7C76A7400983}" srcOrd="0" destOrd="0" presId="urn:microsoft.com/office/officeart/2018/2/layout/IconCircleList"/>
    <dgm:cxn modelId="{834EA000-C8CC-4886-B2B0-8B4113A9EA98}" type="presParOf" srcId="{C47C29EF-916D-4CF5-8391-7C76A7400983}" destId="{4EAB3B3D-7ECD-4250-9695-98C374F3BD0B}" srcOrd="0" destOrd="0" presId="urn:microsoft.com/office/officeart/2018/2/layout/IconCircleList"/>
    <dgm:cxn modelId="{D708CD24-5EEC-4402-BCCB-112F72ACC7CE}" type="presParOf" srcId="{4EAB3B3D-7ECD-4250-9695-98C374F3BD0B}" destId="{C99F1128-5170-42EB-A7D9-EF307D26F73C}" srcOrd="0" destOrd="0" presId="urn:microsoft.com/office/officeart/2018/2/layout/IconCircleList"/>
    <dgm:cxn modelId="{B9EB87D3-F01A-4A94-822D-652E2A16883D}" type="presParOf" srcId="{4EAB3B3D-7ECD-4250-9695-98C374F3BD0B}" destId="{69D94748-E7FA-4B40-9CE6-8829C63F181A}" srcOrd="1" destOrd="0" presId="urn:microsoft.com/office/officeart/2018/2/layout/IconCircleList"/>
    <dgm:cxn modelId="{D2F07573-0ED9-41CB-AC8C-732758226BC7}" type="presParOf" srcId="{4EAB3B3D-7ECD-4250-9695-98C374F3BD0B}" destId="{C78C0C2C-7739-4997-B2B3-A27B15F0B36F}" srcOrd="2" destOrd="0" presId="urn:microsoft.com/office/officeart/2018/2/layout/IconCircleList"/>
    <dgm:cxn modelId="{D6A80E14-D0D7-4CC7-A45E-655BFC00697D}" type="presParOf" srcId="{4EAB3B3D-7ECD-4250-9695-98C374F3BD0B}" destId="{2E9DFB04-A8B1-4080-90ED-53B648E69700}" srcOrd="3" destOrd="0" presId="urn:microsoft.com/office/officeart/2018/2/layout/IconCircleList"/>
    <dgm:cxn modelId="{A8C510A3-D280-41DC-B0D7-D8996A19FE86}" type="presParOf" srcId="{C47C29EF-916D-4CF5-8391-7C76A7400983}" destId="{7C2158D5-BDC3-4882-8D85-35ACE0B5BEF5}" srcOrd="1" destOrd="0" presId="urn:microsoft.com/office/officeart/2018/2/layout/IconCircleList"/>
    <dgm:cxn modelId="{379665C2-9007-4FC0-A3FF-4D47B382A455}" type="presParOf" srcId="{C47C29EF-916D-4CF5-8391-7C76A7400983}" destId="{D7B5F255-5B19-428E-A295-504D8AA70818}" srcOrd="2" destOrd="0" presId="urn:microsoft.com/office/officeart/2018/2/layout/IconCircleList"/>
    <dgm:cxn modelId="{0C6ACF98-A65D-4644-A087-F7CA82992FFA}" type="presParOf" srcId="{D7B5F255-5B19-428E-A295-504D8AA70818}" destId="{27CAA10F-3074-4476-B27C-66010E2E0B6E}" srcOrd="0" destOrd="0" presId="urn:microsoft.com/office/officeart/2018/2/layout/IconCircleList"/>
    <dgm:cxn modelId="{A4A1C789-C121-4CE1-918D-105ABE0E6447}" type="presParOf" srcId="{D7B5F255-5B19-428E-A295-504D8AA70818}" destId="{304AF5F6-8AFA-4E6F-85A2-A3A71134BCFA}" srcOrd="1" destOrd="0" presId="urn:microsoft.com/office/officeart/2018/2/layout/IconCircleList"/>
    <dgm:cxn modelId="{08E78AE8-22B3-4F5C-B398-AEBBB4FD6DFE}" type="presParOf" srcId="{D7B5F255-5B19-428E-A295-504D8AA70818}" destId="{D8ED8453-370B-47EF-BFC3-F884AEE318BB}" srcOrd="2" destOrd="0" presId="urn:microsoft.com/office/officeart/2018/2/layout/IconCircleList"/>
    <dgm:cxn modelId="{1EEBE051-16DE-480A-8B34-A6D0EE5A0466}" type="presParOf" srcId="{D7B5F255-5B19-428E-A295-504D8AA70818}" destId="{A5A45CCD-1F53-4505-9656-8D7D1B8C31DA}" srcOrd="3" destOrd="0" presId="urn:microsoft.com/office/officeart/2018/2/layout/IconCircleList"/>
    <dgm:cxn modelId="{0A3CCB8F-9E54-4ABC-9081-192650E9AAFD}" type="presParOf" srcId="{C47C29EF-916D-4CF5-8391-7C76A7400983}" destId="{9B652C8E-88EB-438B-B581-64ED2464F0BF}" srcOrd="3" destOrd="0" presId="urn:microsoft.com/office/officeart/2018/2/layout/IconCircleList"/>
    <dgm:cxn modelId="{247CF1C1-CF08-40B2-B184-E79818110410}" type="presParOf" srcId="{C47C29EF-916D-4CF5-8391-7C76A7400983}" destId="{729A4ECA-8C13-4411-A590-3168DFE18E2B}" srcOrd="4" destOrd="0" presId="urn:microsoft.com/office/officeart/2018/2/layout/IconCircleList"/>
    <dgm:cxn modelId="{7D237B5D-3786-44A9-B426-2E7D950DCD48}" type="presParOf" srcId="{729A4ECA-8C13-4411-A590-3168DFE18E2B}" destId="{9B3DF05D-B8BF-42CA-9BF3-4080F3CD7DF6}" srcOrd="0" destOrd="0" presId="urn:microsoft.com/office/officeart/2018/2/layout/IconCircleList"/>
    <dgm:cxn modelId="{38A2DA75-7A7F-410C-B15E-3A1D452C7E25}" type="presParOf" srcId="{729A4ECA-8C13-4411-A590-3168DFE18E2B}" destId="{07A9152E-5885-4FED-8799-43509EFBD6FC}" srcOrd="1" destOrd="0" presId="urn:microsoft.com/office/officeart/2018/2/layout/IconCircleList"/>
    <dgm:cxn modelId="{77C21815-B841-4227-991B-39C827DCDA3E}" type="presParOf" srcId="{729A4ECA-8C13-4411-A590-3168DFE18E2B}" destId="{5E1BE664-BB19-4C6E-BC19-E9E6A2E623FD}" srcOrd="2" destOrd="0" presId="urn:microsoft.com/office/officeart/2018/2/layout/IconCircleList"/>
    <dgm:cxn modelId="{6A7025A1-D501-4B56-A2F2-F377A1338BA7}" type="presParOf" srcId="{729A4ECA-8C13-4411-A590-3168DFE18E2B}" destId="{EB1DE7A7-DCA8-4C92-9CA7-1E0026DF3F01}" srcOrd="3" destOrd="0" presId="urn:microsoft.com/office/officeart/2018/2/layout/IconCircleList"/>
    <dgm:cxn modelId="{FF43B86E-9B52-4AC1-BB64-C58F151A8304}" type="presParOf" srcId="{C47C29EF-916D-4CF5-8391-7C76A7400983}" destId="{3F81A273-0B6E-485B-911B-90245ECBB65B}" srcOrd="5" destOrd="0" presId="urn:microsoft.com/office/officeart/2018/2/layout/IconCircleList"/>
    <dgm:cxn modelId="{B01EF670-61E0-4AFB-B0B0-32886FE0FFA0}" type="presParOf" srcId="{C47C29EF-916D-4CF5-8391-7C76A7400983}" destId="{9B5B843A-0E4F-4FFF-B334-B45E87165B7D}" srcOrd="6" destOrd="0" presId="urn:microsoft.com/office/officeart/2018/2/layout/IconCircleList"/>
    <dgm:cxn modelId="{98E3101B-D77C-4909-A54E-627E2E26CB18}" type="presParOf" srcId="{9B5B843A-0E4F-4FFF-B334-B45E87165B7D}" destId="{4B0CF864-6760-4F3E-A4E1-4B1F418BAC1B}" srcOrd="0" destOrd="0" presId="urn:microsoft.com/office/officeart/2018/2/layout/IconCircleList"/>
    <dgm:cxn modelId="{35287F88-C479-44BD-B7AE-D8139BC31FD1}" type="presParOf" srcId="{9B5B843A-0E4F-4FFF-B334-B45E87165B7D}" destId="{8F19E56A-A4DC-46C2-8A4A-76DB422A200D}" srcOrd="1" destOrd="0" presId="urn:microsoft.com/office/officeart/2018/2/layout/IconCircleList"/>
    <dgm:cxn modelId="{A3CAFA44-D9C9-4F01-9899-B27FC5FE1B7C}" type="presParOf" srcId="{9B5B843A-0E4F-4FFF-B334-B45E87165B7D}" destId="{A2503AF3-929C-4871-BAE9-614670FCC772}" srcOrd="2" destOrd="0" presId="urn:microsoft.com/office/officeart/2018/2/layout/IconCircleList"/>
    <dgm:cxn modelId="{4A79A690-A7E5-43BD-A047-CEA0A3095023}" type="presParOf" srcId="{9B5B843A-0E4F-4FFF-B334-B45E87165B7D}" destId="{031966A5-3042-472D-A229-1ECE12A77AA0}" srcOrd="3" destOrd="0" presId="urn:microsoft.com/office/officeart/2018/2/layout/IconCircleList"/>
    <dgm:cxn modelId="{DCAB8FF4-0BD3-41CA-84DC-68A50D759522}" type="presParOf" srcId="{C47C29EF-916D-4CF5-8391-7C76A7400983}" destId="{A16AEC3B-0842-4E07-8F72-E1D68EAA06B8}" srcOrd="7" destOrd="0" presId="urn:microsoft.com/office/officeart/2018/2/layout/IconCircleList"/>
    <dgm:cxn modelId="{B988E56E-83CA-4AC5-97FF-774EB4BC3D43}" type="presParOf" srcId="{C47C29EF-916D-4CF5-8391-7C76A7400983}" destId="{61E04396-20E2-4DFB-BBBA-432CAB377C51}" srcOrd="8" destOrd="0" presId="urn:microsoft.com/office/officeart/2018/2/layout/IconCircleList"/>
    <dgm:cxn modelId="{DFF30453-2CC8-4634-A8F1-79F1DC4CF493}" type="presParOf" srcId="{61E04396-20E2-4DFB-BBBA-432CAB377C51}" destId="{B57DDF67-215A-4A6E-99B0-07D9CD3EB6EF}" srcOrd="0" destOrd="0" presId="urn:microsoft.com/office/officeart/2018/2/layout/IconCircleList"/>
    <dgm:cxn modelId="{B169DB31-AC56-475C-BBFB-9E4F955AE2B2}" type="presParOf" srcId="{61E04396-20E2-4DFB-BBBA-432CAB377C51}" destId="{77A1B338-264D-4190-8506-07F3ADFD116F}" srcOrd="1" destOrd="0" presId="urn:microsoft.com/office/officeart/2018/2/layout/IconCircleList"/>
    <dgm:cxn modelId="{EE097492-68E6-4920-B073-1038F36BD7AC}" type="presParOf" srcId="{61E04396-20E2-4DFB-BBBA-432CAB377C51}" destId="{92E4F68C-3ADB-4B55-835A-B779E77868F2}" srcOrd="2" destOrd="0" presId="urn:microsoft.com/office/officeart/2018/2/layout/IconCircleList"/>
    <dgm:cxn modelId="{EA9C9EF0-441D-4930-99DC-0BEA521A4E6A}" type="presParOf" srcId="{61E04396-20E2-4DFB-BBBA-432CAB377C51}" destId="{CC37BD9D-EE44-4651-AF07-00025372972A}" srcOrd="3" destOrd="0" presId="urn:microsoft.com/office/officeart/2018/2/layout/IconCircleList"/>
    <dgm:cxn modelId="{1F514875-CF08-4809-BF2F-018F6895F083}" type="presParOf" srcId="{C47C29EF-916D-4CF5-8391-7C76A7400983}" destId="{78D7F788-6F98-48FF-8F33-BE74671917D4}" srcOrd="9" destOrd="0" presId="urn:microsoft.com/office/officeart/2018/2/layout/IconCircleList"/>
    <dgm:cxn modelId="{202C31B3-7BF8-4016-9B38-4C99788B3E7D}" type="presParOf" srcId="{C47C29EF-916D-4CF5-8391-7C76A7400983}" destId="{552DE9C8-0EBB-408F-8A4A-6A82E5021E4F}" srcOrd="10" destOrd="0" presId="urn:microsoft.com/office/officeart/2018/2/layout/IconCircleList"/>
    <dgm:cxn modelId="{139A151B-3194-4D3B-8BF2-1AD5A7FE29F4}" type="presParOf" srcId="{552DE9C8-0EBB-408F-8A4A-6A82E5021E4F}" destId="{BA8CCE84-D5E9-43EA-BC30-E5D8EA3C085C}" srcOrd="0" destOrd="0" presId="urn:microsoft.com/office/officeart/2018/2/layout/IconCircleList"/>
    <dgm:cxn modelId="{EA19BC0F-C581-4CE9-B9D2-5785CC426D59}" type="presParOf" srcId="{552DE9C8-0EBB-408F-8A4A-6A82E5021E4F}" destId="{31D4D917-09FC-4C41-A1FA-B2A9DF45AB59}" srcOrd="1" destOrd="0" presId="urn:microsoft.com/office/officeart/2018/2/layout/IconCircleList"/>
    <dgm:cxn modelId="{94120636-9E1B-4D02-95DF-8B7C7B40D195}" type="presParOf" srcId="{552DE9C8-0EBB-408F-8A4A-6A82E5021E4F}" destId="{2D3FF4EC-ED1F-4EAE-B047-4C2B94D632A5}" srcOrd="2" destOrd="0" presId="urn:microsoft.com/office/officeart/2018/2/layout/IconCircleList"/>
    <dgm:cxn modelId="{8FB77313-6079-4BF9-A969-B64306460D53}" type="presParOf" srcId="{552DE9C8-0EBB-408F-8A4A-6A82E5021E4F}" destId="{F95CA92E-48E5-4F20-8987-E74E31859E69}" srcOrd="3" destOrd="0" presId="urn:microsoft.com/office/officeart/2018/2/layout/IconCircleList"/>
    <dgm:cxn modelId="{B80148F6-F2CC-44C8-915D-C8E35F7416B5}" type="presParOf" srcId="{C47C29EF-916D-4CF5-8391-7C76A7400983}" destId="{0857456D-B507-417B-9FDA-DC6B1DBB946B}" srcOrd="11" destOrd="0" presId="urn:microsoft.com/office/officeart/2018/2/layout/IconCircleList"/>
    <dgm:cxn modelId="{3A02959E-143E-46A7-91D0-D0095EC15876}" type="presParOf" srcId="{C47C29EF-916D-4CF5-8391-7C76A7400983}" destId="{59DD939A-B0AF-449A-AA3D-98FE012B80C9}" srcOrd="12" destOrd="0" presId="urn:microsoft.com/office/officeart/2018/2/layout/IconCircleList"/>
    <dgm:cxn modelId="{996B2FBD-48CB-415A-9D88-BDAE42B926A9}" type="presParOf" srcId="{59DD939A-B0AF-449A-AA3D-98FE012B80C9}" destId="{76728008-93A9-403A-A3A9-AFA314513CCB}" srcOrd="0" destOrd="0" presId="urn:microsoft.com/office/officeart/2018/2/layout/IconCircleList"/>
    <dgm:cxn modelId="{8596ACFF-2C36-4779-A8D0-4CD6F0AD991C}" type="presParOf" srcId="{59DD939A-B0AF-449A-AA3D-98FE012B80C9}" destId="{A340BBB6-BF04-4674-9FAC-2BD842A25F7D}" srcOrd="1" destOrd="0" presId="urn:microsoft.com/office/officeart/2018/2/layout/IconCircleList"/>
    <dgm:cxn modelId="{92CB8EA4-E3E6-4F1C-AD5C-C4532C6E8432}" type="presParOf" srcId="{59DD939A-B0AF-449A-AA3D-98FE012B80C9}" destId="{B2C568BD-54A1-41FB-A7BF-2586458BBF10}" srcOrd="2" destOrd="0" presId="urn:microsoft.com/office/officeart/2018/2/layout/IconCircleList"/>
    <dgm:cxn modelId="{79EF3B2C-368D-4B04-9231-8B145D0374E4}" type="presParOf" srcId="{59DD939A-B0AF-449A-AA3D-98FE012B80C9}" destId="{B9A4F75E-319E-4276-8D7F-44F4ECBC8801}" srcOrd="3" destOrd="0" presId="urn:microsoft.com/office/officeart/2018/2/layout/IconCircleList"/>
    <dgm:cxn modelId="{676A4F34-5890-4167-AE9B-8A118BC2D4A3}" type="presParOf" srcId="{C47C29EF-916D-4CF5-8391-7C76A7400983}" destId="{2A6C7365-F959-4F26-AF67-191203C19B4B}" srcOrd="13" destOrd="0" presId="urn:microsoft.com/office/officeart/2018/2/layout/IconCircleList"/>
    <dgm:cxn modelId="{4471D9C8-2B63-4371-AD5C-DAFDE678F68E}" type="presParOf" srcId="{C47C29EF-916D-4CF5-8391-7C76A7400983}" destId="{0CFAFBDE-AA09-4351-BB29-871F269861AE}" srcOrd="14" destOrd="0" presId="urn:microsoft.com/office/officeart/2018/2/layout/IconCircleList"/>
    <dgm:cxn modelId="{C9D3E228-559C-49FF-9F68-86B9E8E592BC}" type="presParOf" srcId="{0CFAFBDE-AA09-4351-BB29-871F269861AE}" destId="{E2D80E1A-2D54-4581-989A-CAF5B345A05A}" srcOrd="0" destOrd="0" presId="urn:microsoft.com/office/officeart/2018/2/layout/IconCircleList"/>
    <dgm:cxn modelId="{830A5BA7-AED7-4AD8-BF87-7F55CE48029D}" type="presParOf" srcId="{0CFAFBDE-AA09-4351-BB29-871F269861AE}" destId="{2021F4AA-7C1C-45DE-A743-300BE78CB18F}" srcOrd="1" destOrd="0" presId="urn:microsoft.com/office/officeart/2018/2/layout/IconCircleList"/>
    <dgm:cxn modelId="{B7813CFE-7075-4A60-B80F-A15614873033}" type="presParOf" srcId="{0CFAFBDE-AA09-4351-BB29-871F269861AE}" destId="{415EA206-3D19-4CDD-B20B-7C9825DA03FC}" srcOrd="2" destOrd="0" presId="urn:microsoft.com/office/officeart/2018/2/layout/IconCircleList"/>
    <dgm:cxn modelId="{B93B9B95-A785-4F16-9958-E92480808797}" type="presParOf" srcId="{0CFAFBDE-AA09-4351-BB29-871F269861AE}" destId="{9520DD97-6DC1-4B16-A8EA-283567E8FE1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7CB190-4390-41EF-97EC-EF2EE37FFA97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69CCC48-7C96-494F-A1FD-4A78A2A3FE89}">
      <dgm:prSet/>
      <dgm:spPr/>
      <dgm:t>
        <a:bodyPr/>
        <a:lstStyle/>
        <a:p>
          <a:r>
            <a:rPr lang="en-US" b="1"/>
            <a:t>Task-1: Load and Inspect the Dataset</a:t>
          </a:r>
          <a:endParaRPr lang="en-US"/>
        </a:p>
      </dgm:t>
    </dgm:pt>
    <dgm:pt modelId="{26927F0F-13E7-4824-84CC-6E5D94184E55}" type="parTrans" cxnId="{24941213-2BB1-44F8-BA17-5D87874253DD}">
      <dgm:prSet/>
      <dgm:spPr/>
      <dgm:t>
        <a:bodyPr/>
        <a:lstStyle/>
        <a:p>
          <a:endParaRPr lang="en-US"/>
        </a:p>
      </dgm:t>
    </dgm:pt>
    <dgm:pt modelId="{96AA61CE-C243-4A4B-A5DB-5D36E25D8603}" type="sibTrans" cxnId="{24941213-2BB1-44F8-BA17-5D87874253DD}">
      <dgm:prSet/>
      <dgm:spPr/>
      <dgm:t>
        <a:bodyPr/>
        <a:lstStyle/>
        <a:p>
          <a:endParaRPr lang="en-US"/>
        </a:p>
      </dgm:t>
    </dgm:pt>
    <dgm:pt modelId="{B9ABD579-6058-4D03-97E8-86DA33086BF4}">
      <dgm:prSet/>
      <dgm:spPr/>
      <dgm:t>
        <a:bodyPr/>
        <a:lstStyle/>
        <a:p>
          <a:r>
            <a:rPr lang="en-US"/>
            <a:t>Load the dataset </a:t>
          </a:r>
        </a:p>
      </dgm:t>
    </dgm:pt>
    <dgm:pt modelId="{5DF5C0DC-90BA-44C9-8C84-C70FAED5F54A}" type="parTrans" cxnId="{ECD60D65-CF6F-4236-9FDA-57C4CEC748D1}">
      <dgm:prSet/>
      <dgm:spPr/>
      <dgm:t>
        <a:bodyPr/>
        <a:lstStyle/>
        <a:p>
          <a:endParaRPr lang="en-US"/>
        </a:p>
      </dgm:t>
    </dgm:pt>
    <dgm:pt modelId="{DAFC112B-F945-4F4D-B231-FDB1C7DAC272}" type="sibTrans" cxnId="{ECD60D65-CF6F-4236-9FDA-57C4CEC748D1}">
      <dgm:prSet/>
      <dgm:spPr/>
      <dgm:t>
        <a:bodyPr/>
        <a:lstStyle/>
        <a:p>
          <a:endParaRPr lang="en-US"/>
        </a:p>
      </dgm:t>
    </dgm:pt>
    <dgm:pt modelId="{875554DD-6257-4E78-8D7D-0CCF58721410}">
      <dgm:prSet/>
      <dgm:spPr/>
      <dgm:t>
        <a:bodyPr/>
        <a:lstStyle/>
        <a:p>
          <a:r>
            <a:rPr lang="en-US"/>
            <a:t>Display the first 5 rows </a:t>
          </a:r>
        </a:p>
      </dgm:t>
    </dgm:pt>
    <dgm:pt modelId="{EA6A40D0-1F99-4E36-8BE2-5DAB3385FA18}" type="parTrans" cxnId="{AF7BBF08-7CDB-4E24-8E7D-306B2B8E3B6F}">
      <dgm:prSet/>
      <dgm:spPr/>
      <dgm:t>
        <a:bodyPr/>
        <a:lstStyle/>
        <a:p>
          <a:endParaRPr lang="en-US"/>
        </a:p>
      </dgm:t>
    </dgm:pt>
    <dgm:pt modelId="{1859396F-06AF-4625-B76E-68BCC6AC2CF6}" type="sibTrans" cxnId="{AF7BBF08-7CDB-4E24-8E7D-306B2B8E3B6F}">
      <dgm:prSet/>
      <dgm:spPr/>
      <dgm:t>
        <a:bodyPr/>
        <a:lstStyle/>
        <a:p>
          <a:endParaRPr lang="en-US"/>
        </a:p>
      </dgm:t>
    </dgm:pt>
    <dgm:pt modelId="{0D211FE3-8164-4BD0-BAD0-3962E29E2FEB}">
      <dgm:prSet/>
      <dgm:spPr/>
      <dgm:t>
        <a:bodyPr/>
        <a:lstStyle/>
        <a:p>
          <a:r>
            <a:rPr lang="en-US"/>
            <a:t>Identify column names and data types </a:t>
          </a:r>
        </a:p>
      </dgm:t>
    </dgm:pt>
    <dgm:pt modelId="{CE38A5B8-5028-4E89-9F2E-5BC576E32D94}" type="parTrans" cxnId="{A621306E-963A-4F3A-81A0-4F0C0E5247F7}">
      <dgm:prSet/>
      <dgm:spPr/>
      <dgm:t>
        <a:bodyPr/>
        <a:lstStyle/>
        <a:p>
          <a:endParaRPr lang="en-US"/>
        </a:p>
      </dgm:t>
    </dgm:pt>
    <dgm:pt modelId="{5E28270C-6BC6-45B7-AE01-152FF0BAD860}" type="sibTrans" cxnId="{A621306E-963A-4F3A-81A0-4F0C0E5247F7}">
      <dgm:prSet/>
      <dgm:spPr/>
      <dgm:t>
        <a:bodyPr/>
        <a:lstStyle/>
        <a:p>
          <a:endParaRPr lang="en-US"/>
        </a:p>
      </dgm:t>
    </dgm:pt>
    <dgm:pt modelId="{798169A0-6A72-421B-A394-469AB67A4C80}">
      <dgm:prSet/>
      <dgm:spPr/>
      <dgm:t>
        <a:bodyPr/>
        <a:lstStyle/>
        <a:p>
          <a:r>
            <a:rPr lang="en-US"/>
            <a:t>Count total rows and columns </a:t>
          </a:r>
        </a:p>
      </dgm:t>
    </dgm:pt>
    <dgm:pt modelId="{CA3FD409-E6DE-41CC-91FC-5EB1E12D3911}" type="parTrans" cxnId="{D862FF9C-4B18-49C2-9961-D02BAA044835}">
      <dgm:prSet/>
      <dgm:spPr/>
      <dgm:t>
        <a:bodyPr/>
        <a:lstStyle/>
        <a:p>
          <a:endParaRPr lang="en-US"/>
        </a:p>
      </dgm:t>
    </dgm:pt>
    <dgm:pt modelId="{D7655686-0547-47CB-BBF9-3F4080436910}" type="sibTrans" cxnId="{D862FF9C-4B18-49C2-9961-D02BAA044835}">
      <dgm:prSet/>
      <dgm:spPr/>
      <dgm:t>
        <a:bodyPr/>
        <a:lstStyle/>
        <a:p>
          <a:endParaRPr lang="en-US"/>
        </a:p>
      </dgm:t>
    </dgm:pt>
    <dgm:pt modelId="{15FA1505-FA68-4042-87B8-1E98AF038850}">
      <dgm:prSet/>
      <dgm:spPr/>
      <dgm:t>
        <a:bodyPr/>
        <a:lstStyle/>
        <a:p>
          <a:r>
            <a:rPr lang="en-US" b="1"/>
            <a:t>Task-2: Data Cleaning</a:t>
          </a:r>
          <a:endParaRPr lang="en-US"/>
        </a:p>
      </dgm:t>
    </dgm:pt>
    <dgm:pt modelId="{22F1548D-4927-4177-9A76-43543F9581BD}" type="parTrans" cxnId="{60ABDAAB-30CE-4325-B50B-7EEAF7F96418}">
      <dgm:prSet/>
      <dgm:spPr/>
      <dgm:t>
        <a:bodyPr/>
        <a:lstStyle/>
        <a:p>
          <a:endParaRPr lang="en-US"/>
        </a:p>
      </dgm:t>
    </dgm:pt>
    <dgm:pt modelId="{A53291C4-5A1E-4CBF-B4E4-4F3DA2EB33B0}" type="sibTrans" cxnId="{60ABDAAB-30CE-4325-B50B-7EEAF7F96418}">
      <dgm:prSet/>
      <dgm:spPr/>
      <dgm:t>
        <a:bodyPr/>
        <a:lstStyle/>
        <a:p>
          <a:endParaRPr lang="en-US"/>
        </a:p>
      </dgm:t>
    </dgm:pt>
    <dgm:pt modelId="{EE939772-DE69-4A3D-AA06-81F88E934AEC}">
      <dgm:prSet/>
      <dgm:spPr/>
      <dgm:t>
        <a:bodyPr/>
        <a:lstStyle/>
        <a:p>
          <a:r>
            <a:rPr lang="en-US"/>
            <a:t>Identify missing values </a:t>
          </a:r>
        </a:p>
      </dgm:t>
    </dgm:pt>
    <dgm:pt modelId="{972DB8EF-90F2-4342-B0F9-C812687E8C31}" type="parTrans" cxnId="{3E4C8539-7E57-405D-AE35-E1F41B46EF84}">
      <dgm:prSet/>
      <dgm:spPr/>
      <dgm:t>
        <a:bodyPr/>
        <a:lstStyle/>
        <a:p>
          <a:endParaRPr lang="en-US"/>
        </a:p>
      </dgm:t>
    </dgm:pt>
    <dgm:pt modelId="{E7EDE7B3-22E3-4B75-8F00-CAD4C9FE7698}" type="sibTrans" cxnId="{3E4C8539-7E57-405D-AE35-E1F41B46EF84}">
      <dgm:prSet/>
      <dgm:spPr/>
      <dgm:t>
        <a:bodyPr/>
        <a:lstStyle/>
        <a:p>
          <a:endParaRPr lang="en-US"/>
        </a:p>
      </dgm:t>
    </dgm:pt>
    <dgm:pt modelId="{8FBC6994-EE1D-4B95-A0A0-75DCB08E02E2}">
      <dgm:prSet/>
      <dgm:spPr/>
      <dgm:t>
        <a:bodyPr/>
        <a:lstStyle/>
        <a:p>
          <a:r>
            <a:rPr lang="en-US"/>
            <a:t>Replace missing values </a:t>
          </a:r>
        </a:p>
      </dgm:t>
    </dgm:pt>
    <dgm:pt modelId="{AE10A04B-D159-4F88-9CC0-7CAC4185C2F5}" type="parTrans" cxnId="{4ACE929F-1E99-48B6-8FEA-3870B60076C3}">
      <dgm:prSet/>
      <dgm:spPr/>
      <dgm:t>
        <a:bodyPr/>
        <a:lstStyle/>
        <a:p>
          <a:endParaRPr lang="en-US"/>
        </a:p>
      </dgm:t>
    </dgm:pt>
    <dgm:pt modelId="{D9384CDC-9318-49CF-9C15-E3D5EA46B855}" type="sibTrans" cxnId="{4ACE929F-1E99-48B6-8FEA-3870B60076C3}">
      <dgm:prSet/>
      <dgm:spPr/>
      <dgm:t>
        <a:bodyPr/>
        <a:lstStyle/>
        <a:p>
          <a:endParaRPr lang="en-US"/>
        </a:p>
      </dgm:t>
    </dgm:pt>
    <dgm:pt modelId="{17F3E3B0-4373-41AE-9DD3-E7C883E69184}">
      <dgm:prSet/>
      <dgm:spPr/>
      <dgm:t>
        <a:bodyPr/>
        <a:lstStyle/>
        <a:p>
          <a:r>
            <a:rPr lang="en-US"/>
            <a:t>Remove rows if necessary </a:t>
          </a:r>
        </a:p>
      </dgm:t>
    </dgm:pt>
    <dgm:pt modelId="{5AE38235-280C-4366-ACB6-64BC0995F19E}" type="parTrans" cxnId="{9E698651-0095-4512-84FD-D7319B19382F}">
      <dgm:prSet/>
      <dgm:spPr/>
      <dgm:t>
        <a:bodyPr/>
        <a:lstStyle/>
        <a:p>
          <a:endParaRPr lang="en-US"/>
        </a:p>
      </dgm:t>
    </dgm:pt>
    <dgm:pt modelId="{A6BCD49B-9F37-4E87-83D5-5C9C1BB1CB26}" type="sibTrans" cxnId="{9E698651-0095-4512-84FD-D7319B19382F}">
      <dgm:prSet/>
      <dgm:spPr/>
      <dgm:t>
        <a:bodyPr/>
        <a:lstStyle/>
        <a:p>
          <a:endParaRPr lang="en-US"/>
        </a:p>
      </dgm:t>
    </dgm:pt>
    <dgm:pt modelId="{BB325DC4-33E2-48E4-AE38-7EC88195963D}">
      <dgm:prSet/>
      <dgm:spPr/>
      <dgm:t>
        <a:bodyPr/>
        <a:lstStyle/>
        <a:p>
          <a:r>
            <a:rPr lang="en-US" b="1"/>
            <a:t>Task-3: Basic Statistical Analysis</a:t>
          </a:r>
          <a:endParaRPr lang="en-US"/>
        </a:p>
      </dgm:t>
    </dgm:pt>
    <dgm:pt modelId="{89CE9099-43F8-4EE8-AED3-F03542CD0122}" type="parTrans" cxnId="{E5923977-D0B2-4829-8546-33549AFECC7F}">
      <dgm:prSet/>
      <dgm:spPr/>
      <dgm:t>
        <a:bodyPr/>
        <a:lstStyle/>
        <a:p>
          <a:endParaRPr lang="en-US"/>
        </a:p>
      </dgm:t>
    </dgm:pt>
    <dgm:pt modelId="{FFEF135C-785E-4E34-9392-CD11E51FA801}" type="sibTrans" cxnId="{E5923977-D0B2-4829-8546-33549AFECC7F}">
      <dgm:prSet/>
      <dgm:spPr/>
      <dgm:t>
        <a:bodyPr/>
        <a:lstStyle/>
        <a:p>
          <a:endParaRPr lang="en-US"/>
        </a:p>
      </dgm:t>
    </dgm:pt>
    <dgm:pt modelId="{267A8D90-FBD5-46A2-B2BE-45496CFB7274}">
      <dgm:prSet/>
      <dgm:spPr/>
      <dgm:t>
        <a:bodyPr/>
        <a:lstStyle/>
        <a:p>
          <a:r>
            <a:rPr lang="en-US"/>
            <a:t>Mean </a:t>
          </a:r>
        </a:p>
      </dgm:t>
    </dgm:pt>
    <dgm:pt modelId="{43767809-E343-4B4A-983F-F0F5AAEF8BA1}" type="parTrans" cxnId="{5829A792-A4AB-4289-B362-EB0F8FE01CB3}">
      <dgm:prSet/>
      <dgm:spPr/>
      <dgm:t>
        <a:bodyPr/>
        <a:lstStyle/>
        <a:p>
          <a:endParaRPr lang="en-US"/>
        </a:p>
      </dgm:t>
    </dgm:pt>
    <dgm:pt modelId="{179E7FCC-44FE-4D0F-933E-8DED13D6E82B}" type="sibTrans" cxnId="{5829A792-A4AB-4289-B362-EB0F8FE01CB3}">
      <dgm:prSet/>
      <dgm:spPr/>
      <dgm:t>
        <a:bodyPr/>
        <a:lstStyle/>
        <a:p>
          <a:endParaRPr lang="en-US"/>
        </a:p>
      </dgm:t>
    </dgm:pt>
    <dgm:pt modelId="{3EEF7F89-3003-46F6-A571-EC1A9827CBF8}">
      <dgm:prSet/>
      <dgm:spPr/>
      <dgm:t>
        <a:bodyPr/>
        <a:lstStyle/>
        <a:p>
          <a:r>
            <a:rPr lang="en-US"/>
            <a:t>Median </a:t>
          </a:r>
        </a:p>
      </dgm:t>
    </dgm:pt>
    <dgm:pt modelId="{29DBAD50-5455-4441-A95F-4BDB274B4199}" type="parTrans" cxnId="{ED88A1C4-DA06-46CC-BDE6-9C46787ED823}">
      <dgm:prSet/>
      <dgm:spPr/>
      <dgm:t>
        <a:bodyPr/>
        <a:lstStyle/>
        <a:p>
          <a:endParaRPr lang="en-US"/>
        </a:p>
      </dgm:t>
    </dgm:pt>
    <dgm:pt modelId="{AC27C6E0-54E3-41E6-8C93-FFD83B03D908}" type="sibTrans" cxnId="{ED88A1C4-DA06-46CC-BDE6-9C46787ED823}">
      <dgm:prSet/>
      <dgm:spPr/>
      <dgm:t>
        <a:bodyPr/>
        <a:lstStyle/>
        <a:p>
          <a:endParaRPr lang="en-US"/>
        </a:p>
      </dgm:t>
    </dgm:pt>
    <dgm:pt modelId="{9A3CD920-B8C1-4D99-B2FE-2149A4544D37}">
      <dgm:prSet/>
      <dgm:spPr/>
      <dgm:t>
        <a:bodyPr/>
        <a:lstStyle/>
        <a:p>
          <a:r>
            <a:rPr lang="en-US"/>
            <a:t>Minimum </a:t>
          </a:r>
        </a:p>
      </dgm:t>
    </dgm:pt>
    <dgm:pt modelId="{772B6D63-59B4-4AC7-9286-C7FD7DCDA89B}" type="parTrans" cxnId="{D5A2E166-6ED9-4865-8680-52B7AF0F20D3}">
      <dgm:prSet/>
      <dgm:spPr/>
      <dgm:t>
        <a:bodyPr/>
        <a:lstStyle/>
        <a:p>
          <a:endParaRPr lang="en-US"/>
        </a:p>
      </dgm:t>
    </dgm:pt>
    <dgm:pt modelId="{0C72B276-FE6C-47D3-8346-A2CBE5FFB5EA}" type="sibTrans" cxnId="{D5A2E166-6ED9-4865-8680-52B7AF0F20D3}">
      <dgm:prSet/>
      <dgm:spPr/>
      <dgm:t>
        <a:bodyPr/>
        <a:lstStyle/>
        <a:p>
          <a:endParaRPr lang="en-US"/>
        </a:p>
      </dgm:t>
    </dgm:pt>
    <dgm:pt modelId="{B6D2DDE5-6657-48D2-8A95-E50FC5CCD653}">
      <dgm:prSet/>
      <dgm:spPr/>
      <dgm:t>
        <a:bodyPr/>
        <a:lstStyle/>
        <a:p>
          <a:r>
            <a:rPr lang="en-US"/>
            <a:t>Maximum </a:t>
          </a:r>
        </a:p>
      </dgm:t>
    </dgm:pt>
    <dgm:pt modelId="{C100475D-8487-4A3D-BB30-306888432582}" type="parTrans" cxnId="{FD96B341-E5EE-468A-8265-1C3E7609DD9D}">
      <dgm:prSet/>
      <dgm:spPr/>
      <dgm:t>
        <a:bodyPr/>
        <a:lstStyle/>
        <a:p>
          <a:endParaRPr lang="en-US"/>
        </a:p>
      </dgm:t>
    </dgm:pt>
    <dgm:pt modelId="{FD361CD8-E35E-4F13-8818-7E3D1A3B0BD0}" type="sibTrans" cxnId="{FD96B341-E5EE-468A-8265-1C3E7609DD9D}">
      <dgm:prSet/>
      <dgm:spPr/>
      <dgm:t>
        <a:bodyPr/>
        <a:lstStyle/>
        <a:p>
          <a:endParaRPr lang="en-US"/>
        </a:p>
      </dgm:t>
    </dgm:pt>
    <dgm:pt modelId="{454471E3-DFFC-4230-A3A6-774DD49C8FE9}">
      <dgm:prSet/>
      <dgm:spPr/>
      <dgm:t>
        <a:bodyPr/>
        <a:lstStyle/>
        <a:p>
          <a:r>
            <a:rPr lang="en-US"/>
            <a:t>Standard deviation </a:t>
          </a:r>
        </a:p>
      </dgm:t>
    </dgm:pt>
    <dgm:pt modelId="{EB31008E-3CC0-4EF4-BA23-8E536CAD0732}" type="parTrans" cxnId="{060612EC-F523-4BF5-BBB8-4C42B65DFAC7}">
      <dgm:prSet/>
      <dgm:spPr/>
      <dgm:t>
        <a:bodyPr/>
        <a:lstStyle/>
        <a:p>
          <a:endParaRPr lang="en-US"/>
        </a:p>
      </dgm:t>
    </dgm:pt>
    <dgm:pt modelId="{D73E9AC6-6C45-45FC-B8A5-6EE4A7F896D4}" type="sibTrans" cxnId="{060612EC-F523-4BF5-BBB8-4C42B65DFAC7}">
      <dgm:prSet/>
      <dgm:spPr/>
      <dgm:t>
        <a:bodyPr/>
        <a:lstStyle/>
        <a:p>
          <a:endParaRPr lang="en-US"/>
        </a:p>
      </dgm:t>
    </dgm:pt>
    <dgm:pt modelId="{4AA094A0-A960-42A0-8C20-65D21937AAD2}" type="pres">
      <dgm:prSet presAssocID="{8B7CB190-4390-41EF-97EC-EF2EE37FFA97}" presName="Name0" presStyleCnt="0">
        <dgm:presLayoutVars>
          <dgm:dir/>
          <dgm:animLvl val="lvl"/>
          <dgm:resizeHandles val="exact"/>
        </dgm:presLayoutVars>
      </dgm:prSet>
      <dgm:spPr/>
    </dgm:pt>
    <dgm:pt modelId="{BCBF2964-1917-4E39-BC12-0DCD75FC94BF}" type="pres">
      <dgm:prSet presAssocID="{F69CCC48-7C96-494F-A1FD-4A78A2A3FE89}" presName="linNode" presStyleCnt="0"/>
      <dgm:spPr/>
    </dgm:pt>
    <dgm:pt modelId="{10054F6F-8FC4-460B-B7B4-05481AEA091E}" type="pres">
      <dgm:prSet presAssocID="{F69CCC48-7C96-494F-A1FD-4A78A2A3FE8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CA69B3F-D439-4E55-8C4D-ED7F3730A14F}" type="pres">
      <dgm:prSet presAssocID="{F69CCC48-7C96-494F-A1FD-4A78A2A3FE89}" presName="descendantText" presStyleLbl="alignAccFollowNode1" presStyleIdx="0" presStyleCnt="3">
        <dgm:presLayoutVars>
          <dgm:bulletEnabled val="1"/>
        </dgm:presLayoutVars>
      </dgm:prSet>
      <dgm:spPr/>
    </dgm:pt>
    <dgm:pt modelId="{B8077C4F-13EB-43FA-8332-5A9ABA1ABCFB}" type="pres">
      <dgm:prSet presAssocID="{96AA61CE-C243-4A4B-A5DB-5D36E25D8603}" presName="sp" presStyleCnt="0"/>
      <dgm:spPr/>
    </dgm:pt>
    <dgm:pt modelId="{14838567-3F7C-4C89-9F64-1D03EB120300}" type="pres">
      <dgm:prSet presAssocID="{15FA1505-FA68-4042-87B8-1E98AF038850}" presName="linNode" presStyleCnt="0"/>
      <dgm:spPr/>
    </dgm:pt>
    <dgm:pt modelId="{AB85C400-3CE8-40CC-8974-098933DEF3C4}" type="pres">
      <dgm:prSet presAssocID="{15FA1505-FA68-4042-87B8-1E98AF03885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383ADCE-CC8F-4405-8C97-719FF9031A89}" type="pres">
      <dgm:prSet presAssocID="{15FA1505-FA68-4042-87B8-1E98AF038850}" presName="descendantText" presStyleLbl="alignAccFollowNode1" presStyleIdx="1" presStyleCnt="3">
        <dgm:presLayoutVars>
          <dgm:bulletEnabled val="1"/>
        </dgm:presLayoutVars>
      </dgm:prSet>
      <dgm:spPr/>
    </dgm:pt>
    <dgm:pt modelId="{E4D2F809-A50E-46B6-A2A0-37FE147CEC54}" type="pres">
      <dgm:prSet presAssocID="{A53291C4-5A1E-4CBF-B4E4-4F3DA2EB33B0}" presName="sp" presStyleCnt="0"/>
      <dgm:spPr/>
    </dgm:pt>
    <dgm:pt modelId="{17A93345-C9FC-455E-8522-78E50C6F64E9}" type="pres">
      <dgm:prSet presAssocID="{BB325DC4-33E2-48E4-AE38-7EC88195963D}" presName="linNode" presStyleCnt="0"/>
      <dgm:spPr/>
    </dgm:pt>
    <dgm:pt modelId="{DE0031C6-7C56-4BEC-AB4F-001B81B71AD8}" type="pres">
      <dgm:prSet presAssocID="{BB325DC4-33E2-48E4-AE38-7EC88195963D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7353408-559E-44C2-8AFB-261EFF2E0C9A}" type="pres">
      <dgm:prSet presAssocID="{BB325DC4-33E2-48E4-AE38-7EC88195963D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F7BBF08-7CDB-4E24-8E7D-306B2B8E3B6F}" srcId="{F69CCC48-7C96-494F-A1FD-4A78A2A3FE89}" destId="{875554DD-6257-4E78-8D7D-0CCF58721410}" srcOrd="1" destOrd="0" parTransId="{EA6A40D0-1F99-4E36-8BE2-5DAB3385FA18}" sibTransId="{1859396F-06AF-4625-B76E-68BCC6AC2CF6}"/>
    <dgm:cxn modelId="{1C8BD412-32A3-4567-A548-1B42F99443E1}" type="presOf" srcId="{BB325DC4-33E2-48E4-AE38-7EC88195963D}" destId="{DE0031C6-7C56-4BEC-AB4F-001B81B71AD8}" srcOrd="0" destOrd="0" presId="urn:microsoft.com/office/officeart/2005/8/layout/vList5"/>
    <dgm:cxn modelId="{24941213-2BB1-44F8-BA17-5D87874253DD}" srcId="{8B7CB190-4390-41EF-97EC-EF2EE37FFA97}" destId="{F69CCC48-7C96-494F-A1FD-4A78A2A3FE89}" srcOrd="0" destOrd="0" parTransId="{26927F0F-13E7-4824-84CC-6E5D94184E55}" sibTransId="{96AA61CE-C243-4A4B-A5DB-5D36E25D8603}"/>
    <dgm:cxn modelId="{D0A85419-2948-4ACF-A344-AE86B79A5F9B}" type="presOf" srcId="{0D211FE3-8164-4BD0-BAD0-3962E29E2FEB}" destId="{0CA69B3F-D439-4E55-8C4D-ED7F3730A14F}" srcOrd="0" destOrd="2" presId="urn:microsoft.com/office/officeart/2005/8/layout/vList5"/>
    <dgm:cxn modelId="{ADB68D20-E605-4D9B-AAA6-AEF15FEA4AD8}" type="presOf" srcId="{798169A0-6A72-421B-A394-469AB67A4C80}" destId="{0CA69B3F-D439-4E55-8C4D-ED7F3730A14F}" srcOrd="0" destOrd="3" presId="urn:microsoft.com/office/officeart/2005/8/layout/vList5"/>
    <dgm:cxn modelId="{CE2A5225-C51B-46A0-A82B-9E9C42F62F14}" type="presOf" srcId="{17F3E3B0-4373-41AE-9DD3-E7C883E69184}" destId="{6383ADCE-CC8F-4405-8C97-719FF9031A89}" srcOrd="0" destOrd="2" presId="urn:microsoft.com/office/officeart/2005/8/layout/vList5"/>
    <dgm:cxn modelId="{70413628-BFBA-480D-BAED-72928ADCBB7C}" type="presOf" srcId="{B9ABD579-6058-4D03-97E8-86DA33086BF4}" destId="{0CA69B3F-D439-4E55-8C4D-ED7F3730A14F}" srcOrd="0" destOrd="0" presId="urn:microsoft.com/office/officeart/2005/8/layout/vList5"/>
    <dgm:cxn modelId="{6250522E-4566-4F9F-9CC2-AF3BE4FCEECF}" type="presOf" srcId="{8FBC6994-EE1D-4B95-A0A0-75DCB08E02E2}" destId="{6383ADCE-CC8F-4405-8C97-719FF9031A89}" srcOrd="0" destOrd="1" presId="urn:microsoft.com/office/officeart/2005/8/layout/vList5"/>
    <dgm:cxn modelId="{3E4C8539-7E57-405D-AE35-E1F41B46EF84}" srcId="{15FA1505-FA68-4042-87B8-1E98AF038850}" destId="{EE939772-DE69-4A3D-AA06-81F88E934AEC}" srcOrd="0" destOrd="0" parTransId="{972DB8EF-90F2-4342-B0F9-C812687E8C31}" sibTransId="{E7EDE7B3-22E3-4B75-8F00-CAD4C9FE7698}"/>
    <dgm:cxn modelId="{FD96B341-E5EE-468A-8265-1C3E7609DD9D}" srcId="{BB325DC4-33E2-48E4-AE38-7EC88195963D}" destId="{B6D2DDE5-6657-48D2-8A95-E50FC5CCD653}" srcOrd="3" destOrd="0" parTransId="{C100475D-8487-4A3D-BB30-306888432582}" sibTransId="{FD361CD8-E35E-4F13-8818-7E3D1A3B0BD0}"/>
    <dgm:cxn modelId="{ECD60D65-CF6F-4236-9FDA-57C4CEC748D1}" srcId="{F69CCC48-7C96-494F-A1FD-4A78A2A3FE89}" destId="{B9ABD579-6058-4D03-97E8-86DA33086BF4}" srcOrd="0" destOrd="0" parTransId="{5DF5C0DC-90BA-44C9-8C84-C70FAED5F54A}" sibTransId="{DAFC112B-F945-4F4D-B231-FDB1C7DAC272}"/>
    <dgm:cxn modelId="{D5A2E166-6ED9-4865-8680-52B7AF0F20D3}" srcId="{BB325DC4-33E2-48E4-AE38-7EC88195963D}" destId="{9A3CD920-B8C1-4D99-B2FE-2149A4544D37}" srcOrd="2" destOrd="0" parTransId="{772B6D63-59B4-4AC7-9286-C7FD7DCDA89B}" sibTransId="{0C72B276-FE6C-47D3-8346-A2CBE5FFB5EA}"/>
    <dgm:cxn modelId="{0C94C547-78A8-4B26-BFD2-E4B7CCB2A989}" type="presOf" srcId="{F69CCC48-7C96-494F-A1FD-4A78A2A3FE89}" destId="{10054F6F-8FC4-460B-B7B4-05481AEA091E}" srcOrd="0" destOrd="0" presId="urn:microsoft.com/office/officeart/2005/8/layout/vList5"/>
    <dgm:cxn modelId="{A9F45A68-047C-4BC6-B0A7-09071A3B9C05}" type="presOf" srcId="{3EEF7F89-3003-46F6-A571-EC1A9827CBF8}" destId="{07353408-559E-44C2-8AFB-261EFF2E0C9A}" srcOrd="0" destOrd="1" presId="urn:microsoft.com/office/officeart/2005/8/layout/vList5"/>
    <dgm:cxn modelId="{A621306E-963A-4F3A-81A0-4F0C0E5247F7}" srcId="{F69CCC48-7C96-494F-A1FD-4A78A2A3FE89}" destId="{0D211FE3-8164-4BD0-BAD0-3962E29E2FEB}" srcOrd="2" destOrd="0" parTransId="{CE38A5B8-5028-4E89-9F2E-5BC576E32D94}" sibTransId="{5E28270C-6BC6-45B7-AE01-152FF0BAD860}"/>
    <dgm:cxn modelId="{9E698651-0095-4512-84FD-D7319B19382F}" srcId="{15FA1505-FA68-4042-87B8-1E98AF038850}" destId="{17F3E3B0-4373-41AE-9DD3-E7C883E69184}" srcOrd="2" destOrd="0" parTransId="{5AE38235-280C-4366-ACB6-64BC0995F19E}" sibTransId="{A6BCD49B-9F37-4E87-83D5-5C9C1BB1CB26}"/>
    <dgm:cxn modelId="{E5923977-D0B2-4829-8546-33549AFECC7F}" srcId="{8B7CB190-4390-41EF-97EC-EF2EE37FFA97}" destId="{BB325DC4-33E2-48E4-AE38-7EC88195963D}" srcOrd="2" destOrd="0" parTransId="{89CE9099-43F8-4EE8-AED3-F03542CD0122}" sibTransId="{FFEF135C-785E-4E34-9392-CD11E51FA801}"/>
    <dgm:cxn modelId="{5829A792-A4AB-4289-B362-EB0F8FE01CB3}" srcId="{BB325DC4-33E2-48E4-AE38-7EC88195963D}" destId="{267A8D90-FBD5-46A2-B2BE-45496CFB7274}" srcOrd="0" destOrd="0" parTransId="{43767809-E343-4B4A-983F-F0F5AAEF8BA1}" sibTransId="{179E7FCC-44FE-4D0F-933E-8DED13D6E82B}"/>
    <dgm:cxn modelId="{D862FF9C-4B18-49C2-9961-D02BAA044835}" srcId="{F69CCC48-7C96-494F-A1FD-4A78A2A3FE89}" destId="{798169A0-6A72-421B-A394-469AB67A4C80}" srcOrd="3" destOrd="0" parTransId="{CA3FD409-E6DE-41CC-91FC-5EB1E12D3911}" sibTransId="{D7655686-0547-47CB-BBF9-3F4080436910}"/>
    <dgm:cxn modelId="{4ACE929F-1E99-48B6-8FEA-3870B60076C3}" srcId="{15FA1505-FA68-4042-87B8-1E98AF038850}" destId="{8FBC6994-EE1D-4B95-A0A0-75DCB08E02E2}" srcOrd="1" destOrd="0" parTransId="{AE10A04B-D159-4F88-9CC0-7CAC4185C2F5}" sibTransId="{D9384CDC-9318-49CF-9C15-E3D5EA46B855}"/>
    <dgm:cxn modelId="{AE4E02A8-9DC5-4AA0-A1E5-6E34492B0E30}" type="presOf" srcId="{9A3CD920-B8C1-4D99-B2FE-2149A4544D37}" destId="{07353408-559E-44C2-8AFB-261EFF2E0C9A}" srcOrd="0" destOrd="2" presId="urn:microsoft.com/office/officeart/2005/8/layout/vList5"/>
    <dgm:cxn modelId="{C15998A9-EF6E-45B2-90E1-35B4DF60DCF1}" type="presOf" srcId="{EE939772-DE69-4A3D-AA06-81F88E934AEC}" destId="{6383ADCE-CC8F-4405-8C97-719FF9031A89}" srcOrd="0" destOrd="0" presId="urn:microsoft.com/office/officeart/2005/8/layout/vList5"/>
    <dgm:cxn modelId="{60ABDAAB-30CE-4325-B50B-7EEAF7F96418}" srcId="{8B7CB190-4390-41EF-97EC-EF2EE37FFA97}" destId="{15FA1505-FA68-4042-87B8-1E98AF038850}" srcOrd="1" destOrd="0" parTransId="{22F1548D-4927-4177-9A76-43543F9581BD}" sibTransId="{A53291C4-5A1E-4CBF-B4E4-4F3DA2EB33B0}"/>
    <dgm:cxn modelId="{E07F25B9-0191-4E9E-A60C-24B4B38B0A2E}" type="presOf" srcId="{B6D2DDE5-6657-48D2-8A95-E50FC5CCD653}" destId="{07353408-559E-44C2-8AFB-261EFF2E0C9A}" srcOrd="0" destOrd="3" presId="urn:microsoft.com/office/officeart/2005/8/layout/vList5"/>
    <dgm:cxn modelId="{4C803FC1-F725-4CD6-82A4-B9359BA7FFDB}" type="presOf" srcId="{454471E3-DFFC-4230-A3A6-774DD49C8FE9}" destId="{07353408-559E-44C2-8AFB-261EFF2E0C9A}" srcOrd="0" destOrd="4" presId="urn:microsoft.com/office/officeart/2005/8/layout/vList5"/>
    <dgm:cxn modelId="{ED88A1C4-DA06-46CC-BDE6-9C46787ED823}" srcId="{BB325DC4-33E2-48E4-AE38-7EC88195963D}" destId="{3EEF7F89-3003-46F6-A571-EC1A9827CBF8}" srcOrd="1" destOrd="0" parTransId="{29DBAD50-5455-4441-A95F-4BDB274B4199}" sibTransId="{AC27C6E0-54E3-41E6-8C93-FFD83B03D908}"/>
    <dgm:cxn modelId="{2E4A03CE-5526-4C86-9661-FAFE0A124E7D}" type="presOf" srcId="{8B7CB190-4390-41EF-97EC-EF2EE37FFA97}" destId="{4AA094A0-A960-42A0-8C20-65D21937AAD2}" srcOrd="0" destOrd="0" presId="urn:microsoft.com/office/officeart/2005/8/layout/vList5"/>
    <dgm:cxn modelId="{D55AF2D8-0CFC-4718-BBE8-13A0437D394E}" type="presOf" srcId="{875554DD-6257-4E78-8D7D-0CCF58721410}" destId="{0CA69B3F-D439-4E55-8C4D-ED7F3730A14F}" srcOrd="0" destOrd="1" presId="urn:microsoft.com/office/officeart/2005/8/layout/vList5"/>
    <dgm:cxn modelId="{56EBE6E3-64BA-4A3F-8D50-945466667BFD}" type="presOf" srcId="{267A8D90-FBD5-46A2-B2BE-45496CFB7274}" destId="{07353408-559E-44C2-8AFB-261EFF2E0C9A}" srcOrd="0" destOrd="0" presId="urn:microsoft.com/office/officeart/2005/8/layout/vList5"/>
    <dgm:cxn modelId="{060612EC-F523-4BF5-BBB8-4C42B65DFAC7}" srcId="{BB325DC4-33E2-48E4-AE38-7EC88195963D}" destId="{454471E3-DFFC-4230-A3A6-774DD49C8FE9}" srcOrd="4" destOrd="0" parTransId="{EB31008E-3CC0-4EF4-BA23-8E536CAD0732}" sibTransId="{D73E9AC6-6C45-45FC-B8A5-6EE4A7F896D4}"/>
    <dgm:cxn modelId="{444451F5-6DB1-45A8-9C86-E2FE33CDC507}" type="presOf" srcId="{15FA1505-FA68-4042-87B8-1E98AF038850}" destId="{AB85C400-3CE8-40CC-8974-098933DEF3C4}" srcOrd="0" destOrd="0" presId="urn:microsoft.com/office/officeart/2005/8/layout/vList5"/>
    <dgm:cxn modelId="{D212A974-82DD-440B-A2E6-412F696D4025}" type="presParOf" srcId="{4AA094A0-A960-42A0-8C20-65D21937AAD2}" destId="{BCBF2964-1917-4E39-BC12-0DCD75FC94BF}" srcOrd="0" destOrd="0" presId="urn:microsoft.com/office/officeart/2005/8/layout/vList5"/>
    <dgm:cxn modelId="{23C7B256-47B5-4C9D-B842-48964D0340A6}" type="presParOf" srcId="{BCBF2964-1917-4E39-BC12-0DCD75FC94BF}" destId="{10054F6F-8FC4-460B-B7B4-05481AEA091E}" srcOrd="0" destOrd="0" presId="urn:microsoft.com/office/officeart/2005/8/layout/vList5"/>
    <dgm:cxn modelId="{53B44D1E-1ECC-4BA3-BEC1-E9E97275B242}" type="presParOf" srcId="{BCBF2964-1917-4E39-BC12-0DCD75FC94BF}" destId="{0CA69B3F-D439-4E55-8C4D-ED7F3730A14F}" srcOrd="1" destOrd="0" presId="urn:microsoft.com/office/officeart/2005/8/layout/vList5"/>
    <dgm:cxn modelId="{D3D30F5C-ADF6-44EB-8337-9AF07C894E99}" type="presParOf" srcId="{4AA094A0-A960-42A0-8C20-65D21937AAD2}" destId="{B8077C4F-13EB-43FA-8332-5A9ABA1ABCFB}" srcOrd="1" destOrd="0" presId="urn:microsoft.com/office/officeart/2005/8/layout/vList5"/>
    <dgm:cxn modelId="{AECED377-3133-4A46-8699-27C1BD9F793B}" type="presParOf" srcId="{4AA094A0-A960-42A0-8C20-65D21937AAD2}" destId="{14838567-3F7C-4C89-9F64-1D03EB120300}" srcOrd="2" destOrd="0" presId="urn:microsoft.com/office/officeart/2005/8/layout/vList5"/>
    <dgm:cxn modelId="{94EB2F48-0298-4EF5-AA32-7475643D59BD}" type="presParOf" srcId="{14838567-3F7C-4C89-9F64-1D03EB120300}" destId="{AB85C400-3CE8-40CC-8974-098933DEF3C4}" srcOrd="0" destOrd="0" presId="urn:microsoft.com/office/officeart/2005/8/layout/vList5"/>
    <dgm:cxn modelId="{BEAE3460-A0FB-4BDD-967B-A3D4910CC1CF}" type="presParOf" srcId="{14838567-3F7C-4C89-9F64-1D03EB120300}" destId="{6383ADCE-CC8F-4405-8C97-719FF9031A89}" srcOrd="1" destOrd="0" presId="urn:microsoft.com/office/officeart/2005/8/layout/vList5"/>
    <dgm:cxn modelId="{BF7EE2AD-A680-4AFF-88FE-0EE45B368B1A}" type="presParOf" srcId="{4AA094A0-A960-42A0-8C20-65D21937AAD2}" destId="{E4D2F809-A50E-46B6-A2A0-37FE147CEC54}" srcOrd="3" destOrd="0" presId="urn:microsoft.com/office/officeart/2005/8/layout/vList5"/>
    <dgm:cxn modelId="{AC36ACB2-7C44-47BD-8B66-5F258F22C464}" type="presParOf" srcId="{4AA094A0-A960-42A0-8C20-65D21937AAD2}" destId="{17A93345-C9FC-455E-8522-78E50C6F64E9}" srcOrd="4" destOrd="0" presId="urn:microsoft.com/office/officeart/2005/8/layout/vList5"/>
    <dgm:cxn modelId="{BC5E5CC7-0A3E-42DA-A83E-40FD2E01AF5A}" type="presParOf" srcId="{17A93345-C9FC-455E-8522-78E50C6F64E9}" destId="{DE0031C6-7C56-4BEC-AB4F-001B81B71AD8}" srcOrd="0" destOrd="0" presId="urn:microsoft.com/office/officeart/2005/8/layout/vList5"/>
    <dgm:cxn modelId="{2D639989-5186-4606-97FC-BEEBF11CFADA}" type="presParOf" srcId="{17A93345-C9FC-455E-8522-78E50C6F64E9}" destId="{07353408-559E-44C2-8AFB-261EFF2E0C9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6DD1C7-8D89-4463-94EE-4180E7D46378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87146E-38CC-4EAA-9B52-B7526BB82B85}">
      <dgm:prSet/>
      <dgm:spPr/>
      <dgm:t>
        <a:bodyPr/>
        <a:lstStyle/>
        <a:p>
          <a:r>
            <a:rPr lang="en-US" b="1"/>
            <a:t>Task-4: Data Filtering</a:t>
          </a:r>
          <a:endParaRPr lang="en-US"/>
        </a:p>
      </dgm:t>
    </dgm:pt>
    <dgm:pt modelId="{3C24FD79-51F9-49D4-A896-5D9CD0E44970}" type="parTrans" cxnId="{08C78B43-D3B7-4AF1-9F3D-606F3488008D}">
      <dgm:prSet/>
      <dgm:spPr/>
      <dgm:t>
        <a:bodyPr/>
        <a:lstStyle/>
        <a:p>
          <a:endParaRPr lang="en-US"/>
        </a:p>
      </dgm:t>
    </dgm:pt>
    <dgm:pt modelId="{F33C5EF1-DF83-428E-8E8B-2A6A30F5F7F4}" type="sibTrans" cxnId="{08C78B43-D3B7-4AF1-9F3D-606F3488008D}">
      <dgm:prSet/>
      <dgm:spPr/>
      <dgm:t>
        <a:bodyPr/>
        <a:lstStyle/>
        <a:p>
          <a:endParaRPr lang="en-US"/>
        </a:p>
      </dgm:t>
    </dgm:pt>
    <dgm:pt modelId="{58CADC6E-43F3-4A47-848E-96D10DA85F7D}">
      <dgm:prSet/>
      <dgm:spPr/>
      <dgm:t>
        <a:bodyPr/>
        <a:lstStyle/>
        <a:p>
          <a:r>
            <a:rPr lang="en-US"/>
            <a:t>Filter data by station </a:t>
          </a:r>
        </a:p>
      </dgm:t>
    </dgm:pt>
    <dgm:pt modelId="{097A5CFC-E3D7-44C9-8E24-B49906640629}" type="parTrans" cxnId="{65F41FC4-547A-4E1F-A461-5058927701F7}">
      <dgm:prSet/>
      <dgm:spPr/>
      <dgm:t>
        <a:bodyPr/>
        <a:lstStyle/>
        <a:p>
          <a:endParaRPr lang="en-US"/>
        </a:p>
      </dgm:t>
    </dgm:pt>
    <dgm:pt modelId="{6C3DFB0E-35F9-4FA6-8748-E4039532631E}" type="sibTrans" cxnId="{65F41FC4-547A-4E1F-A461-5058927701F7}">
      <dgm:prSet/>
      <dgm:spPr/>
      <dgm:t>
        <a:bodyPr/>
        <a:lstStyle/>
        <a:p>
          <a:endParaRPr lang="en-US"/>
        </a:p>
      </dgm:t>
    </dgm:pt>
    <dgm:pt modelId="{77FBF7EA-981A-4760-B604-E9F051DF84FC}">
      <dgm:prSet/>
      <dgm:spPr/>
      <dgm:t>
        <a:bodyPr/>
        <a:lstStyle/>
        <a:p>
          <a:r>
            <a:rPr lang="en-US"/>
            <a:t>Calculate average pollution levels </a:t>
          </a:r>
        </a:p>
      </dgm:t>
    </dgm:pt>
    <dgm:pt modelId="{982788C3-2B4D-4073-92A8-24B07F815107}" type="parTrans" cxnId="{0A7CAC60-6016-430A-A10E-F1415AC9A974}">
      <dgm:prSet/>
      <dgm:spPr/>
      <dgm:t>
        <a:bodyPr/>
        <a:lstStyle/>
        <a:p>
          <a:endParaRPr lang="en-US"/>
        </a:p>
      </dgm:t>
    </dgm:pt>
    <dgm:pt modelId="{DDE566BE-A8AB-40B8-858B-77906539DBE0}" type="sibTrans" cxnId="{0A7CAC60-6016-430A-A10E-F1415AC9A974}">
      <dgm:prSet/>
      <dgm:spPr/>
      <dgm:t>
        <a:bodyPr/>
        <a:lstStyle/>
        <a:p>
          <a:endParaRPr lang="en-US"/>
        </a:p>
      </dgm:t>
    </dgm:pt>
    <dgm:pt modelId="{FF48B42B-2290-41C7-940F-11299F5A3640}">
      <dgm:prSet/>
      <dgm:spPr/>
      <dgm:t>
        <a:bodyPr/>
        <a:lstStyle/>
        <a:p>
          <a:r>
            <a:rPr lang="en-US" b="1"/>
            <a:t>Task-5: Data Visualization</a:t>
          </a:r>
          <a:r>
            <a:rPr lang="en-US"/>
            <a:t>  </a:t>
          </a:r>
        </a:p>
      </dgm:t>
    </dgm:pt>
    <dgm:pt modelId="{F4EC59B8-EF23-4E91-9FE3-5A2C94EDACCA}" type="parTrans" cxnId="{BDB95C98-7C29-4277-8600-394B023AAAB5}">
      <dgm:prSet/>
      <dgm:spPr/>
      <dgm:t>
        <a:bodyPr/>
        <a:lstStyle/>
        <a:p>
          <a:endParaRPr lang="en-US"/>
        </a:p>
      </dgm:t>
    </dgm:pt>
    <dgm:pt modelId="{00823D68-9900-49FE-87A3-6FC5C53C3F31}" type="sibTrans" cxnId="{BDB95C98-7C29-4277-8600-394B023AAAB5}">
      <dgm:prSet/>
      <dgm:spPr/>
      <dgm:t>
        <a:bodyPr/>
        <a:lstStyle/>
        <a:p>
          <a:endParaRPr lang="en-US"/>
        </a:p>
      </dgm:t>
    </dgm:pt>
    <dgm:pt modelId="{AF6E9CB9-A003-477F-8B84-17E73BAD690C}">
      <dgm:prSet/>
      <dgm:spPr/>
      <dgm:t>
        <a:bodyPr/>
        <a:lstStyle/>
        <a:p>
          <a:r>
            <a:rPr lang="en-US"/>
            <a:t>Histogram of PM2.5 </a:t>
          </a:r>
        </a:p>
      </dgm:t>
    </dgm:pt>
    <dgm:pt modelId="{8FFA5816-416B-4D46-823D-632F70FAF26A}" type="parTrans" cxnId="{0E56E91D-D789-4538-BB60-D282E4303698}">
      <dgm:prSet/>
      <dgm:spPr/>
      <dgm:t>
        <a:bodyPr/>
        <a:lstStyle/>
        <a:p>
          <a:endParaRPr lang="en-US"/>
        </a:p>
      </dgm:t>
    </dgm:pt>
    <dgm:pt modelId="{9558B871-70D3-468D-B899-B4E8F7D6665B}" type="sibTrans" cxnId="{0E56E91D-D789-4538-BB60-D282E4303698}">
      <dgm:prSet/>
      <dgm:spPr/>
      <dgm:t>
        <a:bodyPr/>
        <a:lstStyle/>
        <a:p>
          <a:endParaRPr lang="en-US"/>
        </a:p>
      </dgm:t>
    </dgm:pt>
    <dgm:pt modelId="{6CD0923B-150E-4C1D-B6E2-B3646DAC5055}">
      <dgm:prSet/>
      <dgm:spPr/>
      <dgm:t>
        <a:bodyPr/>
        <a:lstStyle/>
        <a:p>
          <a:r>
            <a:rPr lang="en-US"/>
            <a:t>Line plot of PM2.5 over time </a:t>
          </a:r>
        </a:p>
      </dgm:t>
    </dgm:pt>
    <dgm:pt modelId="{302CF10B-A7F5-46C5-BF2C-3B1F8D091773}" type="parTrans" cxnId="{5FB06470-82C0-4000-AB0B-112EB1D514A5}">
      <dgm:prSet/>
      <dgm:spPr/>
      <dgm:t>
        <a:bodyPr/>
        <a:lstStyle/>
        <a:p>
          <a:endParaRPr lang="en-US"/>
        </a:p>
      </dgm:t>
    </dgm:pt>
    <dgm:pt modelId="{10A350F4-74BE-4459-8961-B9EB641C65E3}" type="sibTrans" cxnId="{5FB06470-82C0-4000-AB0B-112EB1D514A5}">
      <dgm:prSet/>
      <dgm:spPr/>
      <dgm:t>
        <a:bodyPr/>
        <a:lstStyle/>
        <a:p>
          <a:endParaRPr lang="en-US"/>
        </a:p>
      </dgm:t>
    </dgm:pt>
    <dgm:pt modelId="{2D8430F5-1C39-4C2C-853C-4D30135777DA}">
      <dgm:prSet/>
      <dgm:spPr/>
      <dgm:t>
        <a:bodyPr/>
        <a:lstStyle/>
        <a:p>
          <a:r>
            <a:rPr lang="en-US"/>
            <a:t>Boxplot of pollutants </a:t>
          </a:r>
        </a:p>
      </dgm:t>
    </dgm:pt>
    <dgm:pt modelId="{39E8ACC6-404D-4EFD-B1EF-10727572E10C}" type="parTrans" cxnId="{0540DD0D-EF26-4702-A72C-52D4029B4DF4}">
      <dgm:prSet/>
      <dgm:spPr/>
      <dgm:t>
        <a:bodyPr/>
        <a:lstStyle/>
        <a:p>
          <a:endParaRPr lang="en-US"/>
        </a:p>
      </dgm:t>
    </dgm:pt>
    <dgm:pt modelId="{EC3F8581-B523-49BE-8048-EA5235A51134}" type="sibTrans" cxnId="{0540DD0D-EF26-4702-A72C-52D4029B4DF4}">
      <dgm:prSet/>
      <dgm:spPr/>
      <dgm:t>
        <a:bodyPr/>
        <a:lstStyle/>
        <a:p>
          <a:endParaRPr lang="en-US"/>
        </a:p>
      </dgm:t>
    </dgm:pt>
    <dgm:pt modelId="{989DC14D-FCEC-4B2E-8ECF-ECE3F49A7BD3}">
      <dgm:prSet/>
      <dgm:spPr/>
      <dgm:t>
        <a:bodyPr/>
        <a:lstStyle/>
        <a:p>
          <a:r>
            <a:rPr lang="en-US" b="1"/>
            <a:t>Task-6: Correlation Analysis</a:t>
          </a:r>
          <a:endParaRPr lang="en-US"/>
        </a:p>
      </dgm:t>
    </dgm:pt>
    <dgm:pt modelId="{E01E26BE-208E-49A2-9F66-F984A8E12D0D}" type="parTrans" cxnId="{08B3714C-8C02-47AB-82D7-7180A3F3CF55}">
      <dgm:prSet/>
      <dgm:spPr/>
      <dgm:t>
        <a:bodyPr/>
        <a:lstStyle/>
        <a:p>
          <a:endParaRPr lang="en-US"/>
        </a:p>
      </dgm:t>
    </dgm:pt>
    <dgm:pt modelId="{E56331BE-F677-47B4-8986-077AA9A6EFB6}" type="sibTrans" cxnId="{08B3714C-8C02-47AB-82D7-7180A3F3CF55}">
      <dgm:prSet/>
      <dgm:spPr/>
      <dgm:t>
        <a:bodyPr/>
        <a:lstStyle/>
        <a:p>
          <a:endParaRPr lang="en-US"/>
        </a:p>
      </dgm:t>
    </dgm:pt>
    <dgm:pt modelId="{48FCDF51-8163-455C-991A-E4FC67E8660C}">
      <dgm:prSet/>
      <dgm:spPr/>
      <dgm:t>
        <a:bodyPr/>
        <a:lstStyle/>
        <a:p>
          <a:r>
            <a:rPr lang="en-US"/>
            <a:t>Which variable is most correlated with PM2.5? </a:t>
          </a:r>
        </a:p>
      </dgm:t>
    </dgm:pt>
    <dgm:pt modelId="{19F09ECB-EB7A-4486-BDA3-A25E4E818B35}" type="parTrans" cxnId="{F87F7C6D-DD94-4778-B9E2-69F13A62F7A5}">
      <dgm:prSet/>
      <dgm:spPr/>
      <dgm:t>
        <a:bodyPr/>
        <a:lstStyle/>
        <a:p>
          <a:endParaRPr lang="en-US"/>
        </a:p>
      </dgm:t>
    </dgm:pt>
    <dgm:pt modelId="{918E01B5-0E11-4A5A-97E6-B51DB2759AE2}" type="sibTrans" cxnId="{F87F7C6D-DD94-4778-B9E2-69F13A62F7A5}">
      <dgm:prSet/>
      <dgm:spPr/>
      <dgm:t>
        <a:bodyPr/>
        <a:lstStyle/>
        <a:p>
          <a:endParaRPr lang="en-US"/>
        </a:p>
      </dgm:t>
    </dgm:pt>
    <dgm:pt modelId="{2FD8ADB7-8EB8-45E9-B9E7-9398E127622F}">
      <dgm:prSet/>
      <dgm:spPr/>
      <dgm:t>
        <a:bodyPr/>
        <a:lstStyle/>
        <a:p>
          <a:r>
            <a:rPr lang="en-US"/>
            <a:t>Does temperature affect pollution levels? </a:t>
          </a:r>
        </a:p>
      </dgm:t>
    </dgm:pt>
    <dgm:pt modelId="{890C82EF-8ACB-422C-98E7-F1E386BC1F69}" type="parTrans" cxnId="{E0D9F44D-5C54-44C5-A860-D942F2D81811}">
      <dgm:prSet/>
      <dgm:spPr/>
      <dgm:t>
        <a:bodyPr/>
        <a:lstStyle/>
        <a:p>
          <a:endParaRPr lang="en-US"/>
        </a:p>
      </dgm:t>
    </dgm:pt>
    <dgm:pt modelId="{F9275F62-80F7-4DD6-9732-5E3F79A4938A}" type="sibTrans" cxnId="{E0D9F44D-5C54-44C5-A860-D942F2D81811}">
      <dgm:prSet/>
      <dgm:spPr/>
      <dgm:t>
        <a:bodyPr/>
        <a:lstStyle/>
        <a:p>
          <a:endParaRPr lang="en-US"/>
        </a:p>
      </dgm:t>
    </dgm:pt>
    <dgm:pt modelId="{27C2C6A9-28A4-4A13-B56E-28A8C33E9EDE}" type="pres">
      <dgm:prSet presAssocID="{916DD1C7-8D89-4463-94EE-4180E7D46378}" presName="Name0" presStyleCnt="0">
        <dgm:presLayoutVars>
          <dgm:dir/>
          <dgm:animLvl val="lvl"/>
          <dgm:resizeHandles val="exact"/>
        </dgm:presLayoutVars>
      </dgm:prSet>
      <dgm:spPr/>
    </dgm:pt>
    <dgm:pt modelId="{B7E380CE-A5E5-42D3-96D6-46C1D84A695D}" type="pres">
      <dgm:prSet presAssocID="{C187146E-38CC-4EAA-9B52-B7526BB82B85}" presName="linNode" presStyleCnt="0"/>
      <dgm:spPr/>
    </dgm:pt>
    <dgm:pt modelId="{53823348-8E3D-4D7E-877F-AB1DD7FD8556}" type="pres">
      <dgm:prSet presAssocID="{C187146E-38CC-4EAA-9B52-B7526BB82B8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A0BE897-8853-4833-B462-D65B4DDEF226}" type="pres">
      <dgm:prSet presAssocID="{C187146E-38CC-4EAA-9B52-B7526BB82B85}" presName="descendantText" presStyleLbl="alignAccFollowNode1" presStyleIdx="0" presStyleCnt="3">
        <dgm:presLayoutVars>
          <dgm:bulletEnabled val="1"/>
        </dgm:presLayoutVars>
      </dgm:prSet>
      <dgm:spPr/>
    </dgm:pt>
    <dgm:pt modelId="{F27A776A-58AB-4C25-822C-753EBFC7ABC7}" type="pres">
      <dgm:prSet presAssocID="{F33C5EF1-DF83-428E-8E8B-2A6A30F5F7F4}" presName="sp" presStyleCnt="0"/>
      <dgm:spPr/>
    </dgm:pt>
    <dgm:pt modelId="{EF7D0062-16FC-4467-8E8B-7FA824D9B682}" type="pres">
      <dgm:prSet presAssocID="{FF48B42B-2290-41C7-940F-11299F5A3640}" presName="linNode" presStyleCnt="0"/>
      <dgm:spPr/>
    </dgm:pt>
    <dgm:pt modelId="{91D028A3-66E5-45EF-8A49-6A14FAE9163D}" type="pres">
      <dgm:prSet presAssocID="{FF48B42B-2290-41C7-940F-11299F5A364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AEBD4C3-617A-4639-9AEC-BD44F6ACC100}" type="pres">
      <dgm:prSet presAssocID="{FF48B42B-2290-41C7-940F-11299F5A3640}" presName="descendantText" presStyleLbl="alignAccFollowNode1" presStyleIdx="1" presStyleCnt="3">
        <dgm:presLayoutVars>
          <dgm:bulletEnabled val="1"/>
        </dgm:presLayoutVars>
      </dgm:prSet>
      <dgm:spPr/>
    </dgm:pt>
    <dgm:pt modelId="{4C9612B4-086A-4DC2-A714-C2679B0FFD97}" type="pres">
      <dgm:prSet presAssocID="{00823D68-9900-49FE-87A3-6FC5C53C3F31}" presName="sp" presStyleCnt="0"/>
      <dgm:spPr/>
    </dgm:pt>
    <dgm:pt modelId="{506CC745-FB33-4F7B-B1A1-CCAE424831F0}" type="pres">
      <dgm:prSet presAssocID="{989DC14D-FCEC-4B2E-8ECF-ECE3F49A7BD3}" presName="linNode" presStyleCnt="0"/>
      <dgm:spPr/>
    </dgm:pt>
    <dgm:pt modelId="{8C66675F-E2C6-45B2-8F65-9CD972E91931}" type="pres">
      <dgm:prSet presAssocID="{989DC14D-FCEC-4B2E-8ECF-ECE3F49A7BD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99635F3-3814-4803-8DC6-1E3772535487}" type="pres">
      <dgm:prSet presAssocID="{989DC14D-FCEC-4B2E-8ECF-ECE3F49A7BD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540DD0D-EF26-4702-A72C-52D4029B4DF4}" srcId="{FF48B42B-2290-41C7-940F-11299F5A3640}" destId="{2D8430F5-1C39-4C2C-853C-4D30135777DA}" srcOrd="2" destOrd="0" parTransId="{39E8ACC6-404D-4EFD-B1EF-10727572E10C}" sibTransId="{EC3F8581-B523-49BE-8048-EA5235A51134}"/>
    <dgm:cxn modelId="{0E56E91D-D789-4538-BB60-D282E4303698}" srcId="{FF48B42B-2290-41C7-940F-11299F5A3640}" destId="{AF6E9CB9-A003-477F-8B84-17E73BAD690C}" srcOrd="0" destOrd="0" parTransId="{8FFA5816-416B-4D46-823D-632F70FAF26A}" sibTransId="{9558B871-70D3-468D-B899-B4E8F7D6665B}"/>
    <dgm:cxn modelId="{0A7CAC60-6016-430A-A10E-F1415AC9A974}" srcId="{C187146E-38CC-4EAA-9B52-B7526BB82B85}" destId="{77FBF7EA-981A-4760-B604-E9F051DF84FC}" srcOrd="1" destOrd="0" parTransId="{982788C3-2B4D-4073-92A8-24B07F815107}" sibTransId="{DDE566BE-A8AB-40B8-858B-77906539DBE0}"/>
    <dgm:cxn modelId="{08C78B43-D3B7-4AF1-9F3D-606F3488008D}" srcId="{916DD1C7-8D89-4463-94EE-4180E7D46378}" destId="{C187146E-38CC-4EAA-9B52-B7526BB82B85}" srcOrd="0" destOrd="0" parTransId="{3C24FD79-51F9-49D4-A896-5D9CD0E44970}" sibTransId="{F33C5EF1-DF83-428E-8E8B-2A6A30F5F7F4}"/>
    <dgm:cxn modelId="{08B3714C-8C02-47AB-82D7-7180A3F3CF55}" srcId="{916DD1C7-8D89-4463-94EE-4180E7D46378}" destId="{989DC14D-FCEC-4B2E-8ECF-ECE3F49A7BD3}" srcOrd="2" destOrd="0" parTransId="{E01E26BE-208E-49A2-9F66-F984A8E12D0D}" sibTransId="{E56331BE-F677-47B4-8986-077AA9A6EFB6}"/>
    <dgm:cxn modelId="{F87F7C6D-DD94-4778-B9E2-69F13A62F7A5}" srcId="{989DC14D-FCEC-4B2E-8ECF-ECE3F49A7BD3}" destId="{48FCDF51-8163-455C-991A-E4FC67E8660C}" srcOrd="0" destOrd="0" parTransId="{19F09ECB-EB7A-4486-BDA3-A25E4E818B35}" sibTransId="{918E01B5-0E11-4A5A-97E6-B51DB2759AE2}"/>
    <dgm:cxn modelId="{E0D9F44D-5C54-44C5-A860-D942F2D81811}" srcId="{989DC14D-FCEC-4B2E-8ECF-ECE3F49A7BD3}" destId="{2FD8ADB7-8EB8-45E9-B9E7-9398E127622F}" srcOrd="1" destOrd="0" parTransId="{890C82EF-8ACB-422C-98E7-F1E386BC1F69}" sibTransId="{F9275F62-80F7-4DD6-9732-5E3F79A4938A}"/>
    <dgm:cxn modelId="{7E2F7B4E-6D9A-4339-95A6-86B34BDC2453}" type="presOf" srcId="{6CD0923B-150E-4C1D-B6E2-B3646DAC5055}" destId="{FAEBD4C3-617A-4639-9AEC-BD44F6ACC100}" srcOrd="0" destOrd="1" presId="urn:microsoft.com/office/officeart/2005/8/layout/vList5"/>
    <dgm:cxn modelId="{0611EC4E-068C-4669-ACE7-4F20488B5109}" type="presOf" srcId="{916DD1C7-8D89-4463-94EE-4180E7D46378}" destId="{27C2C6A9-28A4-4A13-B56E-28A8C33E9EDE}" srcOrd="0" destOrd="0" presId="urn:microsoft.com/office/officeart/2005/8/layout/vList5"/>
    <dgm:cxn modelId="{5FB06470-82C0-4000-AB0B-112EB1D514A5}" srcId="{FF48B42B-2290-41C7-940F-11299F5A3640}" destId="{6CD0923B-150E-4C1D-B6E2-B3646DAC5055}" srcOrd="1" destOrd="0" parTransId="{302CF10B-A7F5-46C5-BF2C-3B1F8D091773}" sibTransId="{10A350F4-74BE-4459-8961-B9EB641C65E3}"/>
    <dgm:cxn modelId="{A3448A55-8B40-4E8C-9F1F-1F2D99538F12}" type="presOf" srcId="{77FBF7EA-981A-4760-B604-E9F051DF84FC}" destId="{8A0BE897-8853-4833-B462-D65B4DDEF226}" srcOrd="0" destOrd="1" presId="urn:microsoft.com/office/officeart/2005/8/layout/vList5"/>
    <dgm:cxn modelId="{07E5C979-A826-4752-97FB-8FD261FB521E}" type="presOf" srcId="{2FD8ADB7-8EB8-45E9-B9E7-9398E127622F}" destId="{E99635F3-3814-4803-8DC6-1E3772535487}" srcOrd="0" destOrd="1" presId="urn:microsoft.com/office/officeart/2005/8/layout/vList5"/>
    <dgm:cxn modelId="{BDB95C98-7C29-4277-8600-394B023AAAB5}" srcId="{916DD1C7-8D89-4463-94EE-4180E7D46378}" destId="{FF48B42B-2290-41C7-940F-11299F5A3640}" srcOrd="1" destOrd="0" parTransId="{F4EC59B8-EF23-4E91-9FE3-5A2C94EDACCA}" sibTransId="{00823D68-9900-49FE-87A3-6FC5C53C3F31}"/>
    <dgm:cxn modelId="{215FDF99-4B84-4029-AE5E-730C1DD39DD2}" type="presOf" srcId="{48FCDF51-8163-455C-991A-E4FC67E8660C}" destId="{E99635F3-3814-4803-8DC6-1E3772535487}" srcOrd="0" destOrd="0" presId="urn:microsoft.com/office/officeart/2005/8/layout/vList5"/>
    <dgm:cxn modelId="{EC7497A4-C920-4715-BE4F-880F8C2C8216}" type="presOf" srcId="{FF48B42B-2290-41C7-940F-11299F5A3640}" destId="{91D028A3-66E5-45EF-8A49-6A14FAE9163D}" srcOrd="0" destOrd="0" presId="urn:microsoft.com/office/officeart/2005/8/layout/vList5"/>
    <dgm:cxn modelId="{A9EF90B0-0934-47B6-A6AF-2500F11AA0C8}" type="presOf" srcId="{AF6E9CB9-A003-477F-8B84-17E73BAD690C}" destId="{FAEBD4C3-617A-4639-9AEC-BD44F6ACC100}" srcOrd="0" destOrd="0" presId="urn:microsoft.com/office/officeart/2005/8/layout/vList5"/>
    <dgm:cxn modelId="{62696CBA-A8C4-4127-9783-57F837C33BEE}" type="presOf" srcId="{2D8430F5-1C39-4C2C-853C-4D30135777DA}" destId="{FAEBD4C3-617A-4639-9AEC-BD44F6ACC100}" srcOrd="0" destOrd="2" presId="urn:microsoft.com/office/officeart/2005/8/layout/vList5"/>
    <dgm:cxn modelId="{65F41FC4-547A-4E1F-A461-5058927701F7}" srcId="{C187146E-38CC-4EAA-9B52-B7526BB82B85}" destId="{58CADC6E-43F3-4A47-848E-96D10DA85F7D}" srcOrd="0" destOrd="0" parTransId="{097A5CFC-E3D7-44C9-8E24-B49906640629}" sibTransId="{6C3DFB0E-35F9-4FA6-8748-E4039532631E}"/>
    <dgm:cxn modelId="{A66BC1DE-32DB-4859-8124-43F337A01D17}" type="presOf" srcId="{C187146E-38CC-4EAA-9B52-B7526BB82B85}" destId="{53823348-8E3D-4D7E-877F-AB1DD7FD8556}" srcOrd="0" destOrd="0" presId="urn:microsoft.com/office/officeart/2005/8/layout/vList5"/>
    <dgm:cxn modelId="{9E02B1E1-BB04-428B-9ED3-B7D3C3E4878F}" type="presOf" srcId="{989DC14D-FCEC-4B2E-8ECF-ECE3F49A7BD3}" destId="{8C66675F-E2C6-45B2-8F65-9CD972E91931}" srcOrd="0" destOrd="0" presId="urn:microsoft.com/office/officeart/2005/8/layout/vList5"/>
    <dgm:cxn modelId="{111373ED-A6F6-44E9-899C-260D426562BF}" type="presOf" srcId="{58CADC6E-43F3-4A47-848E-96D10DA85F7D}" destId="{8A0BE897-8853-4833-B462-D65B4DDEF226}" srcOrd="0" destOrd="0" presId="urn:microsoft.com/office/officeart/2005/8/layout/vList5"/>
    <dgm:cxn modelId="{DDEAF20C-8781-416B-BD45-A54CFE349C8D}" type="presParOf" srcId="{27C2C6A9-28A4-4A13-B56E-28A8C33E9EDE}" destId="{B7E380CE-A5E5-42D3-96D6-46C1D84A695D}" srcOrd="0" destOrd="0" presId="urn:microsoft.com/office/officeart/2005/8/layout/vList5"/>
    <dgm:cxn modelId="{56ACFA6E-A570-4952-A3C3-DC8F538F87EA}" type="presParOf" srcId="{B7E380CE-A5E5-42D3-96D6-46C1D84A695D}" destId="{53823348-8E3D-4D7E-877F-AB1DD7FD8556}" srcOrd="0" destOrd="0" presId="urn:microsoft.com/office/officeart/2005/8/layout/vList5"/>
    <dgm:cxn modelId="{2EA9956B-6F56-4AF3-BB76-4BB3C68F2CAC}" type="presParOf" srcId="{B7E380CE-A5E5-42D3-96D6-46C1D84A695D}" destId="{8A0BE897-8853-4833-B462-D65B4DDEF226}" srcOrd="1" destOrd="0" presId="urn:microsoft.com/office/officeart/2005/8/layout/vList5"/>
    <dgm:cxn modelId="{CF4560DD-06B7-4582-A58D-9C56257E5C7F}" type="presParOf" srcId="{27C2C6A9-28A4-4A13-B56E-28A8C33E9EDE}" destId="{F27A776A-58AB-4C25-822C-753EBFC7ABC7}" srcOrd="1" destOrd="0" presId="urn:microsoft.com/office/officeart/2005/8/layout/vList5"/>
    <dgm:cxn modelId="{1DA9B567-EC2A-46EE-9F38-B6CDA022E389}" type="presParOf" srcId="{27C2C6A9-28A4-4A13-B56E-28A8C33E9EDE}" destId="{EF7D0062-16FC-4467-8E8B-7FA824D9B682}" srcOrd="2" destOrd="0" presId="urn:microsoft.com/office/officeart/2005/8/layout/vList5"/>
    <dgm:cxn modelId="{7885D67B-E0C3-4F16-AA02-C9693FBFC629}" type="presParOf" srcId="{EF7D0062-16FC-4467-8E8B-7FA824D9B682}" destId="{91D028A3-66E5-45EF-8A49-6A14FAE9163D}" srcOrd="0" destOrd="0" presId="urn:microsoft.com/office/officeart/2005/8/layout/vList5"/>
    <dgm:cxn modelId="{1B392CCF-1C8C-4AAA-897F-28E703A0B978}" type="presParOf" srcId="{EF7D0062-16FC-4467-8E8B-7FA824D9B682}" destId="{FAEBD4C3-617A-4639-9AEC-BD44F6ACC100}" srcOrd="1" destOrd="0" presId="urn:microsoft.com/office/officeart/2005/8/layout/vList5"/>
    <dgm:cxn modelId="{E3DDDFD9-81B1-4318-AECB-900E6DD46FAC}" type="presParOf" srcId="{27C2C6A9-28A4-4A13-B56E-28A8C33E9EDE}" destId="{4C9612B4-086A-4DC2-A714-C2679B0FFD97}" srcOrd="3" destOrd="0" presId="urn:microsoft.com/office/officeart/2005/8/layout/vList5"/>
    <dgm:cxn modelId="{B1D07394-3825-432A-89E0-D707C3BF692D}" type="presParOf" srcId="{27C2C6A9-28A4-4A13-B56E-28A8C33E9EDE}" destId="{506CC745-FB33-4F7B-B1A1-CCAE424831F0}" srcOrd="4" destOrd="0" presId="urn:microsoft.com/office/officeart/2005/8/layout/vList5"/>
    <dgm:cxn modelId="{285B2B0A-55C2-46F4-BF08-FA231A645CE5}" type="presParOf" srcId="{506CC745-FB33-4F7B-B1A1-CCAE424831F0}" destId="{8C66675F-E2C6-45B2-8F65-9CD972E91931}" srcOrd="0" destOrd="0" presId="urn:microsoft.com/office/officeart/2005/8/layout/vList5"/>
    <dgm:cxn modelId="{70D16D32-8D15-40FE-B87A-3527315BF132}" type="presParOf" srcId="{506CC745-FB33-4F7B-B1A1-CCAE424831F0}" destId="{E99635F3-3814-4803-8DC6-1E377253548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A9173E-E387-4FC0-A145-FA7F4549B6D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A0FE74C-0733-4DF5-8FB6-C7AC6334A068}">
      <dgm:prSet/>
      <dgm:spPr/>
      <dgm:t>
        <a:bodyPr/>
        <a:lstStyle/>
        <a:p>
          <a:r>
            <a:rPr lang="en-US"/>
            <a:t>Social scientists need inferential statistics</a:t>
          </a:r>
        </a:p>
      </dgm:t>
    </dgm:pt>
    <dgm:pt modelId="{709DAE55-5739-4017-9852-B499F4D8899D}" type="parTrans" cxnId="{E642D99A-14CE-45A2-97FF-F42E278B9947}">
      <dgm:prSet/>
      <dgm:spPr/>
      <dgm:t>
        <a:bodyPr/>
        <a:lstStyle/>
        <a:p>
          <a:endParaRPr lang="en-US"/>
        </a:p>
      </dgm:t>
    </dgm:pt>
    <dgm:pt modelId="{E96F5747-438E-4F72-8CEC-8210360FE60B}" type="sibTrans" cxnId="{E642D99A-14CE-45A2-97FF-F42E278B9947}">
      <dgm:prSet/>
      <dgm:spPr/>
      <dgm:t>
        <a:bodyPr/>
        <a:lstStyle/>
        <a:p>
          <a:endParaRPr lang="en-US"/>
        </a:p>
      </dgm:t>
    </dgm:pt>
    <dgm:pt modelId="{9D3BB134-26E8-45CC-860A-44687B30CB06}">
      <dgm:prSet/>
      <dgm:spPr/>
      <dgm:t>
        <a:bodyPr/>
        <a:lstStyle/>
        <a:p>
          <a:r>
            <a:rPr lang="en-US"/>
            <a:t>They almost never have the resources or time to collect data from every case in a population </a:t>
          </a:r>
        </a:p>
      </dgm:t>
    </dgm:pt>
    <dgm:pt modelId="{47813605-7865-40A3-A656-8417E39C6E5A}" type="parTrans" cxnId="{08B134F4-E02A-4EA0-AD7A-8E70E155C838}">
      <dgm:prSet/>
      <dgm:spPr/>
      <dgm:t>
        <a:bodyPr/>
        <a:lstStyle/>
        <a:p>
          <a:endParaRPr lang="en-US"/>
        </a:p>
      </dgm:t>
    </dgm:pt>
    <dgm:pt modelId="{BE496C5E-5623-4C50-9842-59D7CDECD33B}" type="sibTrans" cxnId="{08B134F4-E02A-4EA0-AD7A-8E70E155C838}">
      <dgm:prSet/>
      <dgm:spPr/>
      <dgm:t>
        <a:bodyPr/>
        <a:lstStyle/>
        <a:p>
          <a:endParaRPr lang="en-US"/>
        </a:p>
      </dgm:t>
    </dgm:pt>
    <dgm:pt modelId="{0DD7B991-52C3-4F03-A9A5-18FECE7397CB}">
      <dgm:prSet/>
      <dgm:spPr/>
      <dgm:t>
        <a:bodyPr/>
        <a:lstStyle/>
        <a:p>
          <a:r>
            <a:rPr lang="en-US"/>
            <a:t>Inferential statistics uses data from samples to </a:t>
          </a:r>
          <a:r>
            <a:rPr lang="en-NZ"/>
            <a:t>make generalizations about populations</a:t>
          </a:r>
          <a:endParaRPr lang="en-US"/>
        </a:p>
      </dgm:t>
    </dgm:pt>
    <dgm:pt modelId="{71F4C613-0549-40ED-A215-FEA92CFC00CD}" type="parTrans" cxnId="{BB901A1E-7A4D-4805-B1B1-386B10B0F0BE}">
      <dgm:prSet/>
      <dgm:spPr/>
      <dgm:t>
        <a:bodyPr/>
        <a:lstStyle/>
        <a:p>
          <a:endParaRPr lang="en-US"/>
        </a:p>
      </dgm:t>
    </dgm:pt>
    <dgm:pt modelId="{AF843C6C-361A-453B-9494-0C7960504DEE}" type="sibTrans" cxnId="{BB901A1E-7A4D-4805-B1B1-386B10B0F0BE}">
      <dgm:prSet/>
      <dgm:spPr/>
      <dgm:t>
        <a:bodyPr/>
        <a:lstStyle/>
        <a:p>
          <a:endParaRPr lang="en-US"/>
        </a:p>
      </dgm:t>
    </dgm:pt>
    <dgm:pt modelId="{76029E2E-895E-4866-8AA7-186B6B4A6538}">
      <dgm:prSet/>
      <dgm:spPr/>
      <dgm:t>
        <a:bodyPr/>
        <a:lstStyle/>
        <a:p>
          <a:r>
            <a:rPr lang="en-US" b="1"/>
            <a:t>Population </a:t>
          </a:r>
          <a:r>
            <a:rPr lang="en-US"/>
            <a:t>is the total collection of all cases in which </a:t>
          </a:r>
          <a:r>
            <a:rPr lang="en-NZ"/>
            <a:t>the researcher is interested</a:t>
          </a:r>
          <a:endParaRPr lang="en-US"/>
        </a:p>
      </dgm:t>
    </dgm:pt>
    <dgm:pt modelId="{AF2FAB2D-571F-4D2B-A787-62D67C208CE4}" type="parTrans" cxnId="{DF2077A3-6F3C-44C6-8C08-A99C69C95148}">
      <dgm:prSet/>
      <dgm:spPr/>
      <dgm:t>
        <a:bodyPr/>
        <a:lstStyle/>
        <a:p>
          <a:endParaRPr lang="en-US"/>
        </a:p>
      </dgm:t>
    </dgm:pt>
    <dgm:pt modelId="{FF18B106-B469-4165-8502-BAEA3B7B866B}" type="sibTrans" cxnId="{DF2077A3-6F3C-44C6-8C08-A99C69C95148}">
      <dgm:prSet/>
      <dgm:spPr/>
      <dgm:t>
        <a:bodyPr/>
        <a:lstStyle/>
        <a:p>
          <a:endParaRPr lang="en-US"/>
        </a:p>
      </dgm:t>
    </dgm:pt>
    <dgm:pt modelId="{84D61470-D444-49A7-87FE-915133E02DE7}">
      <dgm:prSet/>
      <dgm:spPr/>
      <dgm:t>
        <a:bodyPr/>
        <a:lstStyle/>
        <a:p>
          <a:r>
            <a:rPr lang="en-US" b="1"/>
            <a:t>Samples </a:t>
          </a:r>
          <a:r>
            <a:rPr lang="en-US"/>
            <a:t>are carefully chosen subsets of the </a:t>
          </a:r>
          <a:r>
            <a:rPr lang="en-NZ"/>
            <a:t>population. </a:t>
          </a:r>
          <a:endParaRPr lang="en-US"/>
        </a:p>
      </dgm:t>
    </dgm:pt>
    <dgm:pt modelId="{6049CF89-72E0-4A63-8170-6F4802F35FC6}" type="parTrans" cxnId="{03511633-0248-41CA-8181-8441591FE753}">
      <dgm:prSet/>
      <dgm:spPr/>
      <dgm:t>
        <a:bodyPr/>
        <a:lstStyle/>
        <a:p>
          <a:endParaRPr lang="en-US"/>
        </a:p>
      </dgm:t>
    </dgm:pt>
    <dgm:pt modelId="{70B3B006-26C9-4C0D-BE01-E7165BF57E7D}" type="sibTrans" cxnId="{03511633-0248-41CA-8181-8441591FE753}">
      <dgm:prSet/>
      <dgm:spPr/>
      <dgm:t>
        <a:bodyPr/>
        <a:lstStyle/>
        <a:p>
          <a:endParaRPr lang="en-US"/>
        </a:p>
      </dgm:t>
    </dgm:pt>
    <dgm:pt modelId="{D927CAD5-84E1-4078-A6F9-D86410F98183}">
      <dgm:prSet/>
      <dgm:spPr/>
      <dgm:t>
        <a:bodyPr/>
        <a:lstStyle/>
        <a:p>
          <a:r>
            <a:rPr lang="en-US"/>
            <a:t>With proper techniques, generalizations based </a:t>
          </a:r>
          <a:r>
            <a:rPr lang="en-NZ"/>
            <a:t>on samples can represent populations</a:t>
          </a:r>
          <a:endParaRPr lang="en-US"/>
        </a:p>
      </dgm:t>
    </dgm:pt>
    <dgm:pt modelId="{AD8FE214-2119-43AC-8018-68C70F0E53E6}" type="parTrans" cxnId="{16773391-D042-4F39-99F8-0914CE9FFA75}">
      <dgm:prSet/>
      <dgm:spPr/>
      <dgm:t>
        <a:bodyPr/>
        <a:lstStyle/>
        <a:p>
          <a:endParaRPr lang="en-US"/>
        </a:p>
      </dgm:t>
    </dgm:pt>
    <dgm:pt modelId="{84682610-C97E-40A9-8927-20FABFC88513}" type="sibTrans" cxnId="{16773391-D042-4F39-99F8-0914CE9FFA75}">
      <dgm:prSet/>
      <dgm:spPr/>
      <dgm:t>
        <a:bodyPr/>
        <a:lstStyle/>
        <a:p>
          <a:endParaRPr lang="en-US"/>
        </a:p>
      </dgm:t>
    </dgm:pt>
    <dgm:pt modelId="{E7D18C20-F931-4ED3-8969-3A99FA6AE843}" type="pres">
      <dgm:prSet presAssocID="{B8A9173E-E387-4FC0-A145-FA7F4549B6DC}" presName="root" presStyleCnt="0">
        <dgm:presLayoutVars>
          <dgm:dir/>
          <dgm:resizeHandles val="exact"/>
        </dgm:presLayoutVars>
      </dgm:prSet>
      <dgm:spPr/>
    </dgm:pt>
    <dgm:pt modelId="{54AB6F0D-B677-472D-91E0-5FE5E3B87410}" type="pres">
      <dgm:prSet presAssocID="{AA0FE74C-0733-4DF5-8FB6-C7AC6334A068}" presName="compNode" presStyleCnt="0"/>
      <dgm:spPr/>
    </dgm:pt>
    <dgm:pt modelId="{C49A0D3A-2E29-42F4-AB63-65D13FF34180}" type="pres">
      <dgm:prSet presAssocID="{AA0FE74C-0733-4DF5-8FB6-C7AC6334A068}" presName="bgRect" presStyleLbl="bgShp" presStyleIdx="0" presStyleCnt="3"/>
      <dgm:spPr/>
    </dgm:pt>
    <dgm:pt modelId="{2062C7F1-8302-4784-B8A6-2271A47DEA59}" type="pres">
      <dgm:prSet presAssocID="{AA0FE74C-0733-4DF5-8FB6-C7AC6334A06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25AEAEE-A800-443A-A790-B274355B9A80}" type="pres">
      <dgm:prSet presAssocID="{AA0FE74C-0733-4DF5-8FB6-C7AC6334A068}" presName="spaceRect" presStyleCnt="0"/>
      <dgm:spPr/>
    </dgm:pt>
    <dgm:pt modelId="{62573DD6-FEFC-4AC1-A061-E4122166E55D}" type="pres">
      <dgm:prSet presAssocID="{AA0FE74C-0733-4DF5-8FB6-C7AC6334A068}" presName="parTx" presStyleLbl="revTx" presStyleIdx="0" presStyleCnt="5">
        <dgm:presLayoutVars>
          <dgm:chMax val="0"/>
          <dgm:chPref val="0"/>
        </dgm:presLayoutVars>
      </dgm:prSet>
      <dgm:spPr/>
    </dgm:pt>
    <dgm:pt modelId="{7CD27F89-B61A-4104-9731-F073B100303B}" type="pres">
      <dgm:prSet presAssocID="{AA0FE74C-0733-4DF5-8FB6-C7AC6334A068}" presName="desTx" presStyleLbl="revTx" presStyleIdx="1" presStyleCnt="5">
        <dgm:presLayoutVars/>
      </dgm:prSet>
      <dgm:spPr/>
    </dgm:pt>
    <dgm:pt modelId="{F9900D59-FA4D-4A65-B00D-7AD44529F0E8}" type="pres">
      <dgm:prSet presAssocID="{E96F5747-438E-4F72-8CEC-8210360FE60B}" presName="sibTrans" presStyleCnt="0"/>
      <dgm:spPr/>
    </dgm:pt>
    <dgm:pt modelId="{D56B7AB7-2B89-4E71-9CA5-20BE36A3349D}" type="pres">
      <dgm:prSet presAssocID="{0DD7B991-52C3-4F03-A9A5-18FECE7397CB}" presName="compNode" presStyleCnt="0"/>
      <dgm:spPr/>
    </dgm:pt>
    <dgm:pt modelId="{971E4A3D-3D94-4B53-BE1C-BAE21176A8D2}" type="pres">
      <dgm:prSet presAssocID="{0DD7B991-52C3-4F03-A9A5-18FECE7397CB}" presName="bgRect" presStyleLbl="bgShp" presStyleIdx="1" presStyleCnt="3"/>
      <dgm:spPr/>
    </dgm:pt>
    <dgm:pt modelId="{2D8B8660-813E-42B8-8B17-4D43A9B890CB}" type="pres">
      <dgm:prSet presAssocID="{0DD7B991-52C3-4F03-A9A5-18FECE7397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ABE8EF71-5BC0-4EAC-80EB-CDA0A6D124C7}" type="pres">
      <dgm:prSet presAssocID="{0DD7B991-52C3-4F03-A9A5-18FECE7397CB}" presName="spaceRect" presStyleCnt="0"/>
      <dgm:spPr/>
    </dgm:pt>
    <dgm:pt modelId="{01E7AEB3-9ECF-4627-953A-BB939866C660}" type="pres">
      <dgm:prSet presAssocID="{0DD7B991-52C3-4F03-A9A5-18FECE7397CB}" presName="parTx" presStyleLbl="revTx" presStyleIdx="2" presStyleCnt="5">
        <dgm:presLayoutVars>
          <dgm:chMax val="0"/>
          <dgm:chPref val="0"/>
        </dgm:presLayoutVars>
      </dgm:prSet>
      <dgm:spPr/>
    </dgm:pt>
    <dgm:pt modelId="{62307C31-A39B-4468-A40E-662A35A2712B}" type="pres">
      <dgm:prSet presAssocID="{0DD7B991-52C3-4F03-A9A5-18FECE7397CB}" presName="desTx" presStyleLbl="revTx" presStyleIdx="3" presStyleCnt="5">
        <dgm:presLayoutVars/>
      </dgm:prSet>
      <dgm:spPr/>
    </dgm:pt>
    <dgm:pt modelId="{7E453944-7971-4A74-AB71-ADB3922D6279}" type="pres">
      <dgm:prSet presAssocID="{AF843C6C-361A-453B-9494-0C7960504DEE}" presName="sibTrans" presStyleCnt="0"/>
      <dgm:spPr/>
    </dgm:pt>
    <dgm:pt modelId="{A380FCCE-B754-4F0E-8CFD-01EA83263A27}" type="pres">
      <dgm:prSet presAssocID="{D927CAD5-84E1-4078-A6F9-D86410F98183}" presName="compNode" presStyleCnt="0"/>
      <dgm:spPr/>
    </dgm:pt>
    <dgm:pt modelId="{C8D03C4E-60BC-4FA5-8D2F-B011E89C4BD9}" type="pres">
      <dgm:prSet presAssocID="{D927CAD5-84E1-4078-A6F9-D86410F98183}" presName="bgRect" presStyleLbl="bgShp" presStyleIdx="2" presStyleCnt="3"/>
      <dgm:spPr/>
    </dgm:pt>
    <dgm:pt modelId="{4963A1F2-77D6-456E-AC4E-BA16FC2B2D7D}" type="pres">
      <dgm:prSet presAssocID="{D927CAD5-84E1-4078-A6F9-D86410F981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F58DDA65-654B-4830-9E85-156781BDF5D1}" type="pres">
      <dgm:prSet presAssocID="{D927CAD5-84E1-4078-A6F9-D86410F98183}" presName="spaceRect" presStyleCnt="0"/>
      <dgm:spPr/>
    </dgm:pt>
    <dgm:pt modelId="{78692F31-4A9F-43D2-A88F-83625F2E8859}" type="pres">
      <dgm:prSet presAssocID="{D927CAD5-84E1-4078-A6F9-D86410F9818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B901A1E-7A4D-4805-B1B1-386B10B0F0BE}" srcId="{B8A9173E-E387-4FC0-A145-FA7F4549B6DC}" destId="{0DD7B991-52C3-4F03-A9A5-18FECE7397CB}" srcOrd="1" destOrd="0" parTransId="{71F4C613-0549-40ED-A215-FEA92CFC00CD}" sibTransId="{AF843C6C-361A-453B-9494-0C7960504DEE}"/>
    <dgm:cxn modelId="{8A29F627-81A6-4ABA-9DE2-5F5D02200FB8}" type="presOf" srcId="{B8A9173E-E387-4FC0-A145-FA7F4549B6DC}" destId="{E7D18C20-F931-4ED3-8969-3A99FA6AE843}" srcOrd="0" destOrd="0" presId="urn:microsoft.com/office/officeart/2018/2/layout/IconVerticalSolidList"/>
    <dgm:cxn modelId="{03511633-0248-41CA-8181-8441591FE753}" srcId="{0DD7B991-52C3-4F03-A9A5-18FECE7397CB}" destId="{84D61470-D444-49A7-87FE-915133E02DE7}" srcOrd="1" destOrd="0" parTransId="{6049CF89-72E0-4A63-8170-6F4802F35FC6}" sibTransId="{70B3B006-26C9-4C0D-BE01-E7165BF57E7D}"/>
    <dgm:cxn modelId="{ACFE4B62-E506-43CE-891A-03542E7B761D}" type="presOf" srcId="{84D61470-D444-49A7-87FE-915133E02DE7}" destId="{62307C31-A39B-4468-A40E-662A35A2712B}" srcOrd="0" destOrd="1" presId="urn:microsoft.com/office/officeart/2018/2/layout/IconVerticalSolidList"/>
    <dgm:cxn modelId="{A863ED74-68A7-46E8-A056-66FC6A8D47C2}" type="presOf" srcId="{D927CAD5-84E1-4078-A6F9-D86410F98183}" destId="{78692F31-4A9F-43D2-A88F-83625F2E8859}" srcOrd="0" destOrd="0" presId="urn:microsoft.com/office/officeart/2018/2/layout/IconVerticalSolidList"/>
    <dgm:cxn modelId="{16773391-D042-4F39-99F8-0914CE9FFA75}" srcId="{B8A9173E-E387-4FC0-A145-FA7F4549B6DC}" destId="{D927CAD5-84E1-4078-A6F9-D86410F98183}" srcOrd="2" destOrd="0" parTransId="{AD8FE214-2119-43AC-8018-68C70F0E53E6}" sibTransId="{84682610-C97E-40A9-8927-20FABFC88513}"/>
    <dgm:cxn modelId="{E642D99A-14CE-45A2-97FF-F42E278B9947}" srcId="{B8A9173E-E387-4FC0-A145-FA7F4549B6DC}" destId="{AA0FE74C-0733-4DF5-8FB6-C7AC6334A068}" srcOrd="0" destOrd="0" parTransId="{709DAE55-5739-4017-9852-B499F4D8899D}" sibTransId="{E96F5747-438E-4F72-8CEC-8210360FE60B}"/>
    <dgm:cxn modelId="{DF2077A3-6F3C-44C6-8C08-A99C69C95148}" srcId="{0DD7B991-52C3-4F03-A9A5-18FECE7397CB}" destId="{76029E2E-895E-4866-8AA7-186B6B4A6538}" srcOrd="0" destOrd="0" parTransId="{AF2FAB2D-571F-4D2B-A787-62D67C208CE4}" sibTransId="{FF18B106-B469-4165-8502-BAEA3B7B866B}"/>
    <dgm:cxn modelId="{E15FCFAB-F857-424E-AF7A-50FBEA7BBE04}" type="presOf" srcId="{0DD7B991-52C3-4F03-A9A5-18FECE7397CB}" destId="{01E7AEB3-9ECF-4627-953A-BB939866C660}" srcOrd="0" destOrd="0" presId="urn:microsoft.com/office/officeart/2018/2/layout/IconVerticalSolidList"/>
    <dgm:cxn modelId="{4B3318E2-44EB-4262-AE9A-DA3C734A2801}" type="presOf" srcId="{9D3BB134-26E8-45CC-860A-44687B30CB06}" destId="{7CD27F89-B61A-4104-9731-F073B100303B}" srcOrd="0" destOrd="0" presId="urn:microsoft.com/office/officeart/2018/2/layout/IconVerticalSolidList"/>
    <dgm:cxn modelId="{CE9AE2ED-F9E7-481F-ACEB-5DF288570F3F}" type="presOf" srcId="{76029E2E-895E-4866-8AA7-186B6B4A6538}" destId="{62307C31-A39B-4468-A40E-662A35A2712B}" srcOrd="0" destOrd="0" presId="urn:microsoft.com/office/officeart/2018/2/layout/IconVerticalSolidList"/>
    <dgm:cxn modelId="{9E9660F3-8F73-4DE1-87F3-C89126CDB670}" type="presOf" srcId="{AA0FE74C-0733-4DF5-8FB6-C7AC6334A068}" destId="{62573DD6-FEFC-4AC1-A061-E4122166E55D}" srcOrd="0" destOrd="0" presId="urn:microsoft.com/office/officeart/2018/2/layout/IconVerticalSolidList"/>
    <dgm:cxn modelId="{08B134F4-E02A-4EA0-AD7A-8E70E155C838}" srcId="{AA0FE74C-0733-4DF5-8FB6-C7AC6334A068}" destId="{9D3BB134-26E8-45CC-860A-44687B30CB06}" srcOrd="0" destOrd="0" parTransId="{47813605-7865-40A3-A656-8417E39C6E5A}" sibTransId="{BE496C5E-5623-4C50-9842-59D7CDECD33B}"/>
    <dgm:cxn modelId="{3E1F5EC3-0C44-4E37-8218-3A39C9329328}" type="presParOf" srcId="{E7D18C20-F931-4ED3-8969-3A99FA6AE843}" destId="{54AB6F0D-B677-472D-91E0-5FE5E3B87410}" srcOrd="0" destOrd="0" presId="urn:microsoft.com/office/officeart/2018/2/layout/IconVerticalSolidList"/>
    <dgm:cxn modelId="{DA9F9674-D87D-4E49-A528-BB91C2167346}" type="presParOf" srcId="{54AB6F0D-B677-472D-91E0-5FE5E3B87410}" destId="{C49A0D3A-2E29-42F4-AB63-65D13FF34180}" srcOrd="0" destOrd="0" presId="urn:microsoft.com/office/officeart/2018/2/layout/IconVerticalSolidList"/>
    <dgm:cxn modelId="{4B92ED62-F304-4EE0-996B-B9CBFE6FCA43}" type="presParOf" srcId="{54AB6F0D-B677-472D-91E0-5FE5E3B87410}" destId="{2062C7F1-8302-4784-B8A6-2271A47DEA59}" srcOrd="1" destOrd="0" presId="urn:microsoft.com/office/officeart/2018/2/layout/IconVerticalSolidList"/>
    <dgm:cxn modelId="{C30CA060-E421-4012-A6A0-29C0A8281F32}" type="presParOf" srcId="{54AB6F0D-B677-472D-91E0-5FE5E3B87410}" destId="{525AEAEE-A800-443A-A790-B274355B9A80}" srcOrd="2" destOrd="0" presId="urn:microsoft.com/office/officeart/2018/2/layout/IconVerticalSolidList"/>
    <dgm:cxn modelId="{51FF3003-05F7-4F45-A925-BB4156C80647}" type="presParOf" srcId="{54AB6F0D-B677-472D-91E0-5FE5E3B87410}" destId="{62573DD6-FEFC-4AC1-A061-E4122166E55D}" srcOrd="3" destOrd="0" presId="urn:microsoft.com/office/officeart/2018/2/layout/IconVerticalSolidList"/>
    <dgm:cxn modelId="{1218BEDF-81D0-4218-864E-C7A82E353DFA}" type="presParOf" srcId="{54AB6F0D-B677-472D-91E0-5FE5E3B87410}" destId="{7CD27F89-B61A-4104-9731-F073B100303B}" srcOrd="4" destOrd="0" presId="urn:microsoft.com/office/officeart/2018/2/layout/IconVerticalSolidList"/>
    <dgm:cxn modelId="{5C7BDCDA-9A59-4D36-A7B0-C61A5EA42090}" type="presParOf" srcId="{E7D18C20-F931-4ED3-8969-3A99FA6AE843}" destId="{F9900D59-FA4D-4A65-B00D-7AD44529F0E8}" srcOrd="1" destOrd="0" presId="urn:microsoft.com/office/officeart/2018/2/layout/IconVerticalSolidList"/>
    <dgm:cxn modelId="{E5D5E880-C6E3-44B5-9D95-B30BCAD6FAC9}" type="presParOf" srcId="{E7D18C20-F931-4ED3-8969-3A99FA6AE843}" destId="{D56B7AB7-2B89-4E71-9CA5-20BE36A3349D}" srcOrd="2" destOrd="0" presId="urn:microsoft.com/office/officeart/2018/2/layout/IconVerticalSolidList"/>
    <dgm:cxn modelId="{1509A0C0-F130-433E-A82E-9B6B3EE6710D}" type="presParOf" srcId="{D56B7AB7-2B89-4E71-9CA5-20BE36A3349D}" destId="{971E4A3D-3D94-4B53-BE1C-BAE21176A8D2}" srcOrd="0" destOrd="0" presId="urn:microsoft.com/office/officeart/2018/2/layout/IconVerticalSolidList"/>
    <dgm:cxn modelId="{ED05C31F-83B1-4198-A29C-406C4457C803}" type="presParOf" srcId="{D56B7AB7-2B89-4E71-9CA5-20BE36A3349D}" destId="{2D8B8660-813E-42B8-8B17-4D43A9B890CB}" srcOrd="1" destOrd="0" presId="urn:microsoft.com/office/officeart/2018/2/layout/IconVerticalSolidList"/>
    <dgm:cxn modelId="{DDFA86AF-634B-496A-8DFA-9AB2206CF875}" type="presParOf" srcId="{D56B7AB7-2B89-4E71-9CA5-20BE36A3349D}" destId="{ABE8EF71-5BC0-4EAC-80EB-CDA0A6D124C7}" srcOrd="2" destOrd="0" presId="urn:microsoft.com/office/officeart/2018/2/layout/IconVerticalSolidList"/>
    <dgm:cxn modelId="{E2DF70F7-5D42-4C7C-9264-3E12484C40B9}" type="presParOf" srcId="{D56B7AB7-2B89-4E71-9CA5-20BE36A3349D}" destId="{01E7AEB3-9ECF-4627-953A-BB939866C660}" srcOrd="3" destOrd="0" presId="urn:microsoft.com/office/officeart/2018/2/layout/IconVerticalSolidList"/>
    <dgm:cxn modelId="{D72E3D23-D999-42F5-87D7-F3AB4B9F45BC}" type="presParOf" srcId="{D56B7AB7-2B89-4E71-9CA5-20BE36A3349D}" destId="{62307C31-A39B-4468-A40E-662A35A2712B}" srcOrd="4" destOrd="0" presId="urn:microsoft.com/office/officeart/2018/2/layout/IconVerticalSolidList"/>
    <dgm:cxn modelId="{E1213D33-0D8D-4DA4-832E-2C21EBA21CF9}" type="presParOf" srcId="{E7D18C20-F931-4ED3-8969-3A99FA6AE843}" destId="{7E453944-7971-4A74-AB71-ADB3922D6279}" srcOrd="3" destOrd="0" presId="urn:microsoft.com/office/officeart/2018/2/layout/IconVerticalSolidList"/>
    <dgm:cxn modelId="{8FB90AB3-B0F2-459D-8FC6-C7D6EEEF0E50}" type="presParOf" srcId="{E7D18C20-F931-4ED3-8969-3A99FA6AE843}" destId="{A380FCCE-B754-4F0E-8CFD-01EA83263A27}" srcOrd="4" destOrd="0" presId="urn:microsoft.com/office/officeart/2018/2/layout/IconVerticalSolidList"/>
    <dgm:cxn modelId="{D27A8177-E5BB-4C86-ACD3-8E568C42EB3D}" type="presParOf" srcId="{A380FCCE-B754-4F0E-8CFD-01EA83263A27}" destId="{C8D03C4E-60BC-4FA5-8D2F-B011E89C4BD9}" srcOrd="0" destOrd="0" presId="urn:microsoft.com/office/officeart/2018/2/layout/IconVerticalSolidList"/>
    <dgm:cxn modelId="{7858E9AA-6C4A-4EA8-975A-E3B420ABAB7C}" type="presParOf" srcId="{A380FCCE-B754-4F0E-8CFD-01EA83263A27}" destId="{4963A1F2-77D6-456E-AC4E-BA16FC2B2D7D}" srcOrd="1" destOrd="0" presId="urn:microsoft.com/office/officeart/2018/2/layout/IconVerticalSolidList"/>
    <dgm:cxn modelId="{274EBC83-D3AD-445D-9174-EB8B8EDF4F6B}" type="presParOf" srcId="{A380FCCE-B754-4F0E-8CFD-01EA83263A27}" destId="{F58DDA65-654B-4830-9E85-156781BDF5D1}" srcOrd="2" destOrd="0" presId="urn:microsoft.com/office/officeart/2018/2/layout/IconVerticalSolidList"/>
    <dgm:cxn modelId="{D50717FF-0AF8-4AA1-8486-77AF9EAECBB0}" type="presParOf" srcId="{A380FCCE-B754-4F0E-8CFD-01EA83263A27}" destId="{78692F31-4A9F-43D2-A88F-83625F2E88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FDD7F4-0418-4132-AB0F-00A58E40DA4B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Statistical thinking is a systematic way of thinking about how we describe the </a:t>
          </a:r>
          <a:r>
            <a:rPr lang="en-US" sz="1800" b="1" kern="1200"/>
            <a:t>world </a:t>
          </a:r>
          <a:r>
            <a:rPr lang="en-US" sz="1800" kern="1200"/>
            <a:t>and use </a:t>
          </a:r>
          <a:r>
            <a:rPr lang="en-US" sz="1800" b="1" kern="1200"/>
            <a:t>data </a:t>
          </a:r>
          <a:r>
            <a:rPr lang="en-US" sz="1800" kern="1200"/>
            <a:t>to make decisions and  predictions.</a:t>
          </a:r>
        </a:p>
      </dsp:txBody>
      <dsp:txXfrm>
        <a:off x="28038" y="28038"/>
        <a:ext cx="7298593" cy="901218"/>
      </dsp:txXfrm>
    </dsp:sp>
    <dsp:sp modelId="{02023930-B3CD-4413-B571-351B01DFA258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is done taking into account the inherent </a:t>
          </a:r>
          <a:r>
            <a:rPr lang="en-US" sz="1800" b="1" kern="1200"/>
            <a:t>uncertainty </a:t>
          </a:r>
          <a:r>
            <a:rPr lang="en-US" sz="1800" kern="1200"/>
            <a:t>that exists in the real </a:t>
          </a:r>
          <a:r>
            <a:rPr lang="en-NZ" sz="1800" kern="1200"/>
            <a:t>world.</a:t>
          </a:r>
          <a:endParaRPr lang="en-US" sz="1800" kern="1200"/>
        </a:p>
      </dsp:txBody>
      <dsp:txXfrm>
        <a:off x="732583" y="1159385"/>
        <a:ext cx="7029617" cy="901218"/>
      </dsp:txXfrm>
    </dsp:sp>
    <dsp:sp modelId="{FC27ED7F-BCA9-4A4C-B83A-0A52032AE17E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foundations of statistical thinking come primarily from mathematics and statistics, but also from computer science, psychology, and other fields of study.</a:t>
          </a:r>
        </a:p>
      </dsp:txBody>
      <dsp:txXfrm>
        <a:off x="1426612" y="2290733"/>
        <a:ext cx="7040133" cy="901218"/>
      </dsp:txXfrm>
    </dsp:sp>
    <dsp:sp modelId="{90924DA7-8F3F-474D-B2E8-78EA8FC78F69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Statistics</a:t>
          </a:r>
          <a:r>
            <a:rPr lang="en-US" sz="1800" kern="1200"/>
            <a:t>, in particular, is the discipline that concerns the collection, organization, analysis, interpretation, and presentation of data. </a:t>
          </a:r>
        </a:p>
      </dsp:txBody>
      <dsp:txXfrm>
        <a:off x="2131157" y="3422081"/>
        <a:ext cx="7029617" cy="901218"/>
      </dsp:txXfrm>
    </dsp:sp>
    <dsp:sp modelId="{1C534BC9-4F60-43BC-8296-A969092B40C2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E915C85F-FCB8-4393-99EB-5D93B4E5D09F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4DB11201-C4E5-4C66-A0F7-889BF2D41595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F1128-5170-42EB-A7D9-EF307D26F73C}">
      <dsp:nvSpPr>
        <dsp:cNvPr id="0" name=""/>
        <dsp:cNvSpPr/>
      </dsp:nvSpPr>
      <dsp:spPr>
        <a:xfrm>
          <a:off x="82613" y="23990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94748-E7FA-4B40-9CE6-8829C63F181A}">
      <dsp:nvSpPr>
        <dsp:cNvPr id="0" name=""/>
        <dsp:cNvSpPr/>
      </dsp:nvSpPr>
      <dsp:spPr>
        <a:xfrm>
          <a:off x="271034" y="428322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9DFB04-A8B1-4080-90ED-53B648E69700}">
      <dsp:nvSpPr>
        <dsp:cNvPr id="0" name=""/>
        <dsp:cNvSpPr/>
      </dsp:nvSpPr>
      <dsp:spPr>
        <a:xfrm>
          <a:off x="1172126" y="23990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Patterns vs Noise: </a:t>
          </a:r>
          <a:r>
            <a:rPr lang="en-US" sz="1200" kern="1200"/>
            <a:t>The goal is to identify real patterns in data, not be misled by random fluctuations.</a:t>
          </a:r>
        </a:p>
      </dsp:txBody>
      <dsp:txXfrm>
        <a:off x="1172126" y="239900"/>
        <a:ext cx="2114937" cy="897246"/>
      </dsp:txXfrm>
    </dsp:sp>
    <dsp:sp modelId="{27CAA10F-3074-4476-B27C-66010E2E0B6E}">
      <dsp:nvSpPr>
        <dsp:cNvPr id="0" name=""/>
        <dsp:cNvSpPr/>
      </dsp:nvSpPr>
      <dsp:spPr>
        <a:xfrm>
          <a:off x="3655575" y="23990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4AF5F6-8AFA-4E6F-85A2-A3A71134BCFA}">
      <dsp:nvSpPr>
        <dsp:cNvPr id="0" name=""/>
        <dsp:cNvSpPr/>
      </dsp:nvSpPr>
      <dsp:spPr>
        <a:xfrm>
          <a:off x="3843996" y="428322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45CCD-1F53-4505-9656-8D7D1B8C31DA}">
      <dsp:nvSpPr>
        <dsp:cNvPr id="0" name=""/>
        <dsp:cNvSpPr/>
      </dsp:nvSpPr>
      <dsp:spPr>
        <a:xfrm>
          <a:off x="4745088" y="23990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Descriptive vs Inferential: </a:t>
          </a:r>
          <a:r>
            <a:rPr lang="en-US" sz="1200" kern="1200"/>
            <a:t>Description helps summarize what you see; inference tries to generalize beyond what you see.</a:t>
          </a:r>
        </a:p>
      </dsp:txBody>
      <dsp:txXfrm>
        <a:off x="4745088" y="239900"/>
        <a:ext cx="2114937" cy="897246"/>
      </dsp:txXfrm>
    </dsp:sp>
    <dsp:sp modelId="{9B3DF05D-B8BF-42CA-9BF3-4080F3CD7DF6}">
      <dsp:nvSpPr>
        <dsp:cNvPr id="0" name=""/>
        <dsp:cNvSpPr/>
      </dsp:nvSpPr>
      <dsp:spPr>
        <a:xfrm>
          <a:off x="7228536" y="23990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9152E-5885-4FED-8799-43509EFBD6FC}">
      <dsp:nvSpPr>
        <dsp:cNvPr id="0" name=""/>
        <dsp:cNvSpPr/>
      </dsp:nvSpPr>
      <dsp:spPr>
        <a:xfrm>
          <a:off x="7416958" y="428322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DE7A7-DCA8-4C92-9CA7-1E0026DF3F01}">
      <dsp:nvSpPr>
        <dsp:cNvPr id="0" name=""/>
        <dsp:cNvSpPr/>
      </dsp:nvSpPr>
      <dsp:spPr>
        <a:xfrm>
          <a:off x="8318049" y="23990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Context matters: </a:t>
          </a:r>
          <a:r>
            <a:rPr lang="en-US" sz="1200" kern="1200"/>
            <a:t>Data doesn’t speak for itself. Understanding the context is key to drawing meaningful conclusions.</a:t>
          </a:r>
        </a:p>
      </dsp:txBody>
      <dsp:txXfrm>
        <a:off x="8318049" y="239900"/>
        <a:ext cx="2114937" cy="897246"/>
      </dsp:txXfrm>
    </dsp:sp>
    <dsp:sp modelId="{4B0CF864-6760-4F3E-A4E1-4B1F418BAC1B}">
      <dsp:nvSpPr>
        <dsp:cNvPr id="0" name=""/>
        <dsp:cNvSpPr/>
      </dsp:nvSpPr>
      <dsp:spPr>
        <a:xfrm>
          <a:off x="82613" y="1954058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9E56A-A4DC-46C2-8A4A-76DB422A200D}">
      <dsp:nvSpPr>
        <dsp:cNvPr id="0" name=""/>
        <dsp:cNvSpPr/>
      </dsp:nvSpPr>
      <dsp:spPr>
        <a:xfrm>
          <a:off x="271034" y="2142480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966A5-3042-472D-A229-1ECE12A77AA0}">
      <dsp:nvSpPr>
        <dsp:cNvPr id="0" name=""/>
        <dsp:cNvSpPr/>
      </dsp:nvSpPr>
      <dsp:spPr>
        <a:xfrm>
          <a:off x="1172126" y="195405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Exploration comes first: </a:t>
          </a:r>
          <a:r>
            <a:rPr lang="en-US" sz="1200" kern="1200"/>
            <a:t>Initial data exploration helps shape hypotheses and highlights potential anomalies.</a:t>
          </a:r>
        </a:p>
      </dsp:txBody>
      <dsp:txXfrm>
        <a:off x="1172126" y="1954058"/>
        <a:ext cx="2114937" cy="897246"/>
      </dsp:txXfrm>
    </dsp:sp>
    <dsp:sp modelId="{B57DDF67-215A-4A6E-99B0-07D9CD3EB6EF}">
      <dsp:nvSpPr>
        <dsp:cNvPr id="0" name=""/>
        <dsp:cNvSpPr/>
      </dsp:nvSpPr>
      <dsp:spPr>
        <a:xfrm>
          <a:off x="3655575" y="1954058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1B338-264D-4190-8506-07F3ADFD116F}">
      <dsp:nvSpPr>
        <dsp:cNvPr id="0" name=""/>
        <dsp:cNvSpPr/>
      </dsp:nvSpPr>
      <dsp:spPr>
        <a:xfrm>
          <a:off x="3843996" y="2142480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7BD9D-EE44-4651-AF07-00025372972A}">
      <dsp:nvSpPr>
        <dsp:cNvPr id="0" name=""/>
        <dsp:cNvSpPr/>
      </dsp:nvSpPr>
      <dsp:spPr>
        <a:xfrm>
          <a:off x="4745088" y="195405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Feedback loops: </a:t>
          </a:r>
          <a:r>
            <a:rPr lang="en-US" sz="1200" kern="1200"/>
            <a:t>Statistical analysis often involves refining models as more data is collected.</a:t>
          </a:r>
        </a:p>
      </dsp:txBody>
      <dsp:txXfrm>
        <a:off x="4745088" y="1954058"/>
        <a:ext cx="2114937" cy="897246"/>
      </dsp:txXfrm>
    </dsp:sp>
    <dsp:sp modelId="{BA8CCE84-D5E9-43EA-BC30-E5D8EA3C085C}">
      <dsp:nvSpPr>
        <dsp:cNvPr id="0" name=""/>
        <dsp:cNvSpPr/>
      </dsp:nvSpPr>
      <dsp:spPr>
        <a:xfrm>
          <a:off x="7228536" y="1954058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D4D917-09FC-4C41-A1FA-B2A9DF45AB59}">
      <dsp:nvSpPr>
        <dsp:cNvPr id="0" name=""/>
        <dsp:cNvSpPr/>
      </dsp:nvSpPr>
      <dsp:spPr>
        <a:xfrm>
          <a:off x="7416958" y="2142480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CA92E-48E5-4F20-8987-E74E31859E69}">
      <dsp:nvSpPr>
        <dsp:cNvPr id="0" name=""/>
        <dsp:cNvSpPr/>
      </dsp:nvSpPr>
      <dsp:spPr>
        <a:xfrm>
          <a:off x="8318049" y="195405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Modeling reality: </a:t>
          </a:r>
          <a:r>
            <a:rPr lang="en-US" sz="1200" kern="1200"/>
            <a:t>Models simplify the world to help us understand and predict behavior.</a:t>
          </a:r>
        </a:p>
      </dsp:txBody>
      <dsp:txXfrm>
        <a:off x="8318049" y="1954058"/>
        <a:ext cx="2114937" cy="897246"/>
      </dsp:txXfrm>
    </dsp:sp>
    <dsp:sp modelId="{76728008-93A9-403A-A3A9-AFA314513CCB}">
      <dsp:nvSpPr>
        <dsp:cNvPr id="0" name=""/>
        <dsp:cNvSpPr/>
      </dsp:nvSpPr>
      <dsp:spPr>
        <a:xfrm>
          <a:off x="82613" y="3668216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0BBB6-BF04-4674-9FAC-2BD842A25F7D}">
      <dsp:nvSpPr>
        <dsp:cNvPr id="0" name=""/>
        <dsp:cNvSpPr/>
      </dsp:nvSpPr>
      <dsp:spPr>
        <a:xfrm>
          <a:off x="271034" y="3856637"/>
          <a:ext cx="520402" cy="520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4F75E-319E-4276-8D7F-44F4ECBC8801}">
      <dsp:nvSpPr>
        <dsp:cNvPr id="0" name=""/>
        <dsp:cNvSpPr/>
      </dsp:nvSpPr>
      <dsp:spPr>
        <a:xfrm>
          <a:off x="1172126" y="366821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Quantifying learning: </a:t>
          </a:r>
          <a:r>
            <a:rPr lang="en-US" sz="1200" kern="1200"/>
            <a:t>We use metrics (like accuracy, error rates) to judge how well we’ve learned from data.</a:t>
          </a:r>
        </a:p>
      </dsp:txBody>
      <dsp:txXfrm>
        <a:off x="1172126" y="3668216"/>
        <a:ext cx="2114937" cy="897246"/>
      </dsp:txXfrm>
    </dsp:sp>
    <dsp:sp modelId="{E2D80E1A-2D54-4581-989A-CAF5B345A05A}">
      <dsp:nvSpPr>
        <dsp:cNvPr id="0" name=""/>
        <dsp:cNvSpPr/>
      </dsp:nvSpPr>
      <dsp:spPr>
        <a:xfrm>
          <a:off x="3655575" y="3668216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1F4AA-7C1C-45DE-A743-300BE78CB18F}">
      <dsp:nvSpPr>
        <dsp:cNvPr id="0" name=""/>
        <dsp:cNvSpPr/>
      </dsp:nvSpPr>
      <dsp:spPr>
        <a:xfrm>
          <a:off x="3843996" y="3856637"/>
          <a:ext cx="520402" cy="52040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0DD97-6DC1-4B16-A8EA-283567E8FE1D}">
      <dsp:nvSpPr>
        <dsp:cNvPr id="0" name=""/>
        <dsp:cNvSpPr/>
      </dsp:nvSpPr>
      <dsp:spPr>
        <a:xfrm>
          <a:off x="4745088" y="366821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Continual updates: </a:t>
          </a:r>
          <a:r>
            <a:rPr lang="en-US" sz="1200" kern="1200"/>
            <a:t>As new data comes in, conclusions should be revised accordingly.</a:t>
          </a:r>
        </a:p>
      </dsp:txBody>
      <dsp:txXfrm>
        <a:off x="4745088" y="3668216"/>
        <a:ext cx="2114937" cy="8972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69B3F-D439-4E55-8C4D-ED7F3730A14F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Load the dataset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Display the first 5 rows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Identify column names and data types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Count total rows and columns </a:t>
          </a:r>
        </a:p>
      </dsp:txBody>
      <dsp:txXfrm rot="-5400000">
        <a:off x="3785616" y="197117"/>
        <a:ext cx="6675221" cy="1012303"/>
      </dsp:txXfrm>
    </dsp:sp>
    <dsp:sp modelId="{10054F6F-8FC4-460B-B7B4-05481AEA091E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Task-1: Load and Inspect the Dataset</a:t>
          </a:r>
          <a:endParaRPr lang="en-US" sz="3000" kern="1200"/>
        </a:p>
      </dsp:txBody>
      <dsp:txXfrm>
        <a:off x="68454" y="70578"/>
        <a:ext cx="3648708" cy="1265378"/>
      </dsp:txXfrm>
    </dsp:sp>
    <dsp:sp modelId="{6383ADCE-CC8F-4405-8C97-719FF9031A89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Identify missing values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Replace missing values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Remove rows if necessary </a:t>
          </a:r>
        </a:p>
      </dsp:txBody>
      <dsp:txXfrm rot="-5400000">
        <a:off x="3785616" y="1669517"/>
        <a:ext cx="6675221" cy="1012303"/>
      </dsp:txXfrm>
    </dsp:sp>
    <dsp:sp modelId="{AB85C400-3CE8-40CC-8974-098933DEF3C4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Task-2: Data Cleaning</a:t>
          </a:r>
          <a:endParaRPr lang="en-US" sz="3000" kern="1200"/>
        </a:p>
      </dsp:txBody>
      <dsp:txXfrm>
        <a:off x="68454" y="1542979"/>
        <a:ext cx="3648708" cy="1265378"/>
      </dsp:txXfrm>
    </dsp:sp>
    <dsp:sp modelId="{07353408-559E-44C2-8AFB-261EFF2E0C9A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Mean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Median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Minimum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Maximum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Standard deviation </a:t>
          </a:r>
        </a:p>
      </dsp:txBody>
      <dsp:txXfrm rot="-5400000">
        <a:off x="3785616" y="3141918"/>
        <a:ext cx="6675221" cy="1012303"/>
      </dsp:txXfrm>
    </dsp:sp>
    <dsp:sp modelId="{DE0031C6-7C56-4BEC-AB4F-001B81B71AD8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Task-3: Basic Statistical Analysis</a:t>
          </a:r>
          <a:endParaRPr lang="en-US" sz="3000" kern="1200"/>
        </a:p>
      </dsp:txBody>
      <dsp:txXfrm>
        <a:off x="68454" y="3015380"/>
        <a:ext cx="3648708" cy="12653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BE897-8853-4833-B462-D65B4DDEF226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Filter data by station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Calculate average pollution levels </a:t>
          </a:r>
        </a:p>
      </dsp:txBody>
      <dsp:txXfrm rot="-5400000">
        <a:off x="3785616" y="197117"/>
        <a:ext cx="6675221" cy="1012303"/>
      </dsp:txXfrm>
    </dsp:sp>
    <dsp:sp modelId="{53823348-8E3D-4D7E-877F-AB1DD7FD8556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Task-4: Data Filtering</a:t>
          </a:r>
          <a:endParaRPr lang="en-US" sz="3100" kern="1200"/>
        </a:p>
      </dsp:txBody>
      <dsp:txXfrm>
        <a:off x="68454" y="70578"/>
        <a:ext cx="3648708" cy="1265378"/>
      </dsp:txXfrm>
    </dsp:sp>
    <dsp:sp modelId="{FAEBD4C3-617A-4639-9AEC-BD44F6ACC100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Histogram of PM2.5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Line plot of PM2.5 over time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Boxplot of pollutants </a:t>
          </a:r>
        </a:p>
      </dsp:txBody>
      <dsp:txXfrm rot="-5400000">
        <a:off x="3785616" y="1669517"/>
        <a:ext cx="6675221" cy="1012303"/>
      </dsp:txXfrm>
    </dsp:sp>
    <dsp:sp modelId="{91D028A3-66E5-45EF-8A49-6A14FAE9163D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Task-5: Data Visualization</a:t>
          </a:r>
          <a:r>
            <a:rPr lang="en-US" sz="3100" kern="1200"/>
            <a:t>  </a:t>
          </a:r>
        </a:p>
      </dsp:txBody>
      <dsp:txXfrm>
        <a:off x="68454" y="1542979"/>
        <a:ext cx="3648708" cy="1265378"/>
      </dsp:txXfrm>
    </dsp:sp>
    <dsp:sp modelId="{E99635F3-3814-4803-8DC6-1E3772535487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Which variable is most correlated with PM2.5?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Does temperature affect pollution levels? </a:t>
          </a:r>
        </a:p>
      </dsp:txBody>
      <dsp:txXfrm rot="-5400000">
        <a:off x="3785616" y="3141918"/>
        <a:ext cx="6675221" cy="1012303"/>
      </dsp:txXfrm>
    </dsp:sp>
    <dsp:sp modelId="{8C66675F-E2C6-45B2-8F65-9CD972E91931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Task-6: Correlation Analysis</a:t>
          </a:r>
          <a:endParaRPr lang="en-US" sz="3100" kern="1200"/>
        </a:p>
      </dsp:txBody>
      <dsp:txXfrm>
        <a:off x="68454" y="3015380"/>
        <a:ext cx="3648708" cy="12653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A0D3A-2E29-42F4-AB63-65D13FF34180}">
      <dsp:nvSpPr>
        <dsp:cNvPr id="0" name=""/>
        <dsp:cNvSpPr/>
      </dsp:nvSpPr>
      <dsp:spPr>
        <a:xfrm>
          <a:off x="0" y="517"/>
          <a:ext cx="9407525" cy="12116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2C7F1-8302-4784-B8A6-2271A47DEA59}">
      <dsp:nvSpPr>
        <dsp:cNvPr id="0" name=""/>
        <dsp:cNvSpPr/>
      </dsp:nvSpPr>
      <dsp:spPr>
        <a:xfrm>
          <a:off x="366523" y="273138"/>
          <a:ext cx="666405" cy="6664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73DD6-FEFC-4AC1-A061-E4122166E55D}">
      <dsp:nvSpPr>
        <dsp:cNvPr id="0" name=""/>
        <dsp:cNvSpPr/>
      </dsp:nvSpPr>
      <dsp:spPr>
        <a:xfrm>
          <a:off x="1399452" y="517"/>
          <a:ext cx="4233386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Social scientists need inferential statistics</a:t>
          </a:r>
        </a:p>
      </dsp:txBody>
      <dsp:txXfrm>
        <a:off x="1399452" y="517"/>
        <a:ext cx="4233386" cy="1211646"/>
      </dsp:txXfrm>
    </dsp:sp>
    <dsp:sp modelId="{7CD27F89-B61A-4104-9731-F073B100303B}">
      <dsp:nvSpPr>
        <dsp:cNvPr id="0" name=""/>
        <dsp:cNvSpPr/>
      </dsp:nvSpPr>
      <dsp:spPr>
        <a:xfrm>
          <a:off x="5632838" y="517"/>
          <a:ext cx="3774686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They almost never have the resources or time to collect data from every case in a population </a:t>
          </a:r>
        </a:p>
      </dsp:txBody>
      <dsp:txXfrm>
        <a:off x="5632838" y="517"/>
        <a:ext cx="3774686" cy="1211646"/>
      </dsp:txXfrm>
    </dsp:sp>
    <dsp:sp modelId="{971E4A3D-3D94-4B53-BE1C-BAE21176A8D2}">
      <dsp:nvSpPr>
        <dsp:cNvPr id="0" name=""/>
        <dsp:cNvSpPr/>
      </dsp:nvSpPr>
      <dsp:spPr>
        <a:xfrm>
          <a:off x="0" y="1515076"/>
          <a:ext cx="9407525" cy="12116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B8660-813E-42B8-8B17-4D43A9B890CB}">
      <dsp:nvSpPr>
        <dsp:cNvPr id="0" name=""/>
        <dsp:cNvSpPr/>
      </dsp:nvSpPr>
      <dsp:spPr>
        <a:xfrm>
          <a:off x="366523" y="1787697"/>
          <a:ext cx="666405" cy="6664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7AEB3-9ECF-4627-953A-BB939866C660}">
      <dsp:nvSpPr>
        <dsp:cNvPr id="0" name=""/>
        <dsp:cNvSpPr/>
      </dsp:nvSpPr>
      <dsp:spPr>
        <a:xfrm>
          <a:off x="1399452" y="1515076"/>
          <a:ext cx="4233386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Inferential statistics uses data from samples to </a:t>
          </a:r>
          <a:r>
            <a:rPr lang="en-NZ" sz="2100" kern="1200"/>
            <a:t>make generalizations about populations</a:t>
          </a:r>
          <a:endParaRPr lang="en-US" sz="2100" kern="1200"/>
        </a:p>
      </dsp:txBody>
      <dsp:txXfrm>
        <a:off x="1399452" y="1515076"/>
        <a:ext cx="4233386" cy="1211646"/>
      </dsp:txXfrm>
    </dsp:sp>
    <dsp:sp modelId="{62307C31-A39B-4468-A40E-662A35A2712B}">
      <dsp:nvSpPr>
        <dsp:cNvPr id="0" name=""/>
        <dsp:cNvSpPr/>
      </dsp:nvSpPr>
      <dsp:spPr>
        <a:xfrm>
          <a:off x="5632838" y="1515076"/>
          <a:ext cx="3774686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Population </a:t>
          </a:r>
          <a:r>
            <a:rPr lang="en-US" sz="1400" kern="1200"/>
            <a:t>is the total collection of all cases in which </a:t>
          </a:r>
          <a:r>
            <a:rPr lang="en-NZ" sz="1400" kern="1200"/>
            <a:t>the researcher is interested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Samples </a:t>
          </a:r>
          <a:r>
            <a:rPr lang="en-US" sz="1400" kern="1200"/>
            <a:t>are carefully chosen subsets of the </a:t>
          </a:r>
          <a:r>
            <a:rPr lang="en-NZ" sz="1400" kern="1200"/>
            <a:t>population. </a:t>
          </a:r>
          <a:endParaRPr lang="en-US" sz="1400" kern="1200"/>
        </a:p>
      </dsp:txBody>
      <dsp:txXfrm>
        <a:off x="5632838" y="1515076"/>
        <a:ext cx="3774686" cy="1211646"/>
      </dsp:txXfrm>
    </dsp:sp>
    <dsp:sp modelId="{C8D03C4E-60BC-4FA5-8D2F-B011E89C4BD9}">
      <dsp:nvSpPr>
        <dsp:cNvPr id="0" name=""/>
        <dsp:cNvSpPr/>
      </dsp:nvSpPr>
      <dsp:spPr>
        <a:xfrm>
          <a:off x="0" y="3029635"/>
          <a:ext cx="9407525" cy="12116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63A1F2-77D6-456E-AC4E-BA16FC2B2D7D}">
      <dsp:nvSpPr>
        <dsp:cNvPr id="0" name=""/>
        <dsp:cNvSpPr/>
      </dsp:nvSpPr>
      <dsp:spPr>
        <a:xfrm>
          <a:off x="366523" y="3302255"/>
          <a:ext cx="666405" cy="6664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92F31-4A9F-43D2-A88F-83625F2E8859}">
      <dsp:nvSpPr>
        <dsp:cNvPr id="0" name=""/>
        <dsp:cNvSpPr/>
      </dsp:nvSpPr>
      <dsp:spPr>
        <a:xfrm>
          <a:off x="1399452" y="3029635"/>
          <a:ext cx="8008072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With proper techniques, generalizations based </a:t>
          </a:r>
          <a:r>
            <a:rPr lang="en-NZ" sz="2100" kern="1200"/>
            <a:t>on samples can represent populations</a:t>
          </a:r>
          <a:endParaRPr lang="en-US" sz="2100" kern="1200"/>
        </a:p>
      </dsp:txBody>
      <dsp:txXfrm>
        <a:off x="1399452" y="3029635"/>
        <a:ext cx="8008072" cy="1211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BD9E9-B7FA-4808-A6B9-63970A1C3A0D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2EAC-3AF1-464C-B380-744CD9744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1071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EAC-3AF1-464C-B380-744CD9744411}" type="slidenum">
              <a:rPr lang="en-NZ" smtClean="0"/>
              <a:t>16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0066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E279-F6A3-1969-2DD8-6FA575711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2D4F6-9F24-8239-72BC-79985C816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2F096-8B30-9807-51B3-515FEBFB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0F06F-583C-7ACF-C166-EC2A6BF5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428F8-BCF8-AE11-EB44-AC785361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0491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FEE2F-B5B5-78FA-09EB-417F7D3D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98829-A52B-1CCF-9B6B-5B5141559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918AC-176B-E589-D0CA-4E859393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7461D-78CB-3A07-963D-C5760A76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5863-82C4-174C-0E48-567BE873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7903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F957-D835-9D0D-F436-0CF9E911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0BA5-03C2-B217-E1AA-3923E85A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0B233-0AE6-48D6-CBB6-C0DE9171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E4A7-34C2-B434-64E7-E8761364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1DC8-AF94-16BD-DA41-27ADC118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4934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D67E-C2BB-74AF-C9FD-9D3B9AED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08E5-B801-AFF8-CD2D-34B257B00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35428-D654-47EE-C729-71FFED5D3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67086-A022-10DC-0F44-B14D2002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7D071-1699-DD52-AD9A-039A982A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7F532-02F7-BDC4-152E-0308C43B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8901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1101-2498-E4C3-8CAB-507C07DE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B6FA5-DFF1-DB84-27A3-89D013A72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AD450-899B-329F-9E36-F48907427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A461C-1979-2115-B5E1-284608D12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1C393-7585-1456-1A68-B5F53870E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C1C97-D380-B9CD-8FD6-1134291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604ED-7514-9C5A-B4DF-51C4A7BE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32937-EF02-04EE-690A-84CC0DF5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78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D1F0-0B26-F921-8B94-9DC2FC20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99EC1-7B83-D216-D827-E447CB63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9DCC1-5CCF-F8E9-6B70-1F355E245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7AB20-0D4E-FB92-9144-803F8C43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3776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0B127-F877-9780-A067-092B591B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4A710-B1BD-C1DD-1F83-DF9206AF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595AD-9C6E-1156-E6AF-0852FCA9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1696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F421-1CCE-DC6E-65DD-961D9D5F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26FD-9BB8-3168-D5C5-D99922829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AFF20-AC11-B49F-25A6-E9AC4D70E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E0598-6B79-033F-BBCA-E3E46BDF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8967B-4382-EC02-E1B0-168D4A3D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AFBB4-204A-F9EB-52C9-173DD77E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4372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7FFA-1332-A1B2-1815-3142F91E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3CF70-9B43-517C-913A-C9F74A7AA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AA06A-B620-A86A-71B4-B747F1C7F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E4D3E-9333-0BA6-999C-4D16A63F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9B9D1-33EA-ECB3-5C01-6F8CEB94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75939-327F-12E6-96CE-FB15FBEA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5656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97DD3-3342-8B1A-650A-3309B7BC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6410F-216F-7B98-E3C2-C51117F35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DF9FE-8DC9-11C2-A2FE-7B77C4D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1C404-3052-F9B9-4AB2-2AFD795A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61AC7-91B5-E537-CC8A-706AF47F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7169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363D58-55F5-A771-A36B-D861942DB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EDACF-BE29-40A6-F0A4-584E838BD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BA8B2-90C7-3699-FF4E-C0F324A7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3DB84-BA1B-DDFE-C940-16A4DDFD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D918A-373A-64DB-2A11-39183828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3674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27D42-C3BF-08F8-4B02-98F17283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1F36F-A518-1F03-E7A2-17BEE2B4F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9F395-49A4-99AD-4B60-AF13A3146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2B7FE-FD57-4325-9B69-4F04281F2889}" type="datetimeFigureOut">
              <a:rPr lang="en-NZ" smtClean="0"/>
              <a:t>18/04/2026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7D0F-DF78-B7DC-C051-DAF25EC81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36481-3ED4-5D01-ABB6-98260C77B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1434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oyalsocietypublishing.org/rspa/article/473/2205/20170457/57438/Cautionary-tales-on-air-quality-improvement-in" TargetMode="External"/><Relationship Id="rId2" Type="http://schemas.openxmlformats.org/officeDocument/2006/relationships/hyperlink" Target="https://archive.ics.uci.edu/dataset/501/beijing+multi+site+air+quality+dat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s://www.stata.com/why-use-stata/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9A3C8BE-5A6B-F3B9-65B5-03BB657A5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endParaRPr lang="en-NZ" sz="44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4400" b="1" u="sng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</a:p>
          <a:p>
            <a:pPr algn="l"/>
            <a:endParaRPr lang="en-US" sz="4400">
              <a:solidFill>
                <a:srgbClr val="FFFFFF"/>
              </a:solidFill>
            </a:endParaRPr>
          </a:p>
          <a:p>
            <a:pPr algn="l"/>
            <a:r>
              <a:rPr lang="en-US" sz="4400">
                <a:solidFill>
                  <a:srgbClr val="FFFFFF"/>
                </a:solidFill>
              </a:rPr>
              <a:t>Statistical analysis</a:t>
            </a:r>
          </a:p>
          <a:p>
            <a:pPr algn="l"/>
            <a:endParaRPr lang="en-NZ" sz="44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NZ" sz="4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Yoobee Colleges</a:t>
            </a:r>
          </a:p>
          <a:p>
            <a:pPr algn="l"/>
            <a:endParaRPr lang="en-US" sz="440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33AFFE9C-B1CF-EA34-3C1B-C35BAD48D013}"/>
              </a:ext>
            </a:extLst>
          </p:cNvPr>
          <p:cNvSpPr txBox="1">
            <a:spLocks/>
          </p:cNvSpPr>
          <p:nvPr/>
        </p:nvSpPr>
        <p:spPr>
          <a:xfrm>
            <a:off x="2329543" y="4648200"/>
            <a:ext cx="7543800" cy="1208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82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F5F07-87B6-F1EE-2A99-5CD24251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NZ" sz="4000" b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Statistical Thinking</a:t>
            </a:r>
            <a:br>
              <a:rPr lang="en-NZ" sz="4000" b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400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2DC965A-572B-1D58-B602-6C0D155B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Outcomes:</a:t>
            </a:r>
          </a:p>
          <a:p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/>
              <a:t>nderstand the foundations of statistical thinking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1600"/>
              <a:t>Apply statistical concepts to real-world data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1600"/>
              <a:t>Recognize the role of data manipulation in analysis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1600"/>
              <a:t>Connect statistical methods to the scientific process</a:t>
            </a:r>
            <a:endParaRPr 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Magnifying glass showing decling performance">
            <a:extLst>
              <a:ext uri="{FF2B5EF4-FFF2-40B4-BE49-F238E27FC236}">
                <a16:creationId xmlns:a16="http://schemas.microsoft.com/office/drawing/2014/main" id="{85E644C4-82C4-D942-5C9E-60384C9EDE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DEAFF0-BCB4-5F88-DA7B-BE4FF0B8464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205" b="15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B0DCC-7921-C795-5B24-A5B750BF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Statistical thinking</a:t>
            </a:r>
            <a:endParaRPr lang="en-NZ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745BF1-B5A2-E100-378D-719DB8F25D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2022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946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A03F0-DB5E-FC0C-9F9D-32078113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thinking and Human intuition</a:t>
            </a:r>
            <a:endParaRPr lang="en-NZ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2700-88B9-3357-2877-AD5298E47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Human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intuition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often tries to answer the same questions that we can answer using statistical thinking but often gets the answer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wrong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 recent years most Americans have reported that they think that violent crime was worse compared to the previous year. 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However, a statistical analysis of the actual crime data shows that in fact violent crime has steadily decreased since the 1990’s.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Intuition fails us because we rely upon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guesses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(which psychologists refer to as heuristics) that can often get it wrong. </a:t>
            </a:r>
            <a:endParaRPr lang="en-NZ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E39515F8-CE76-D3A3-4AE4-BD11B5188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03" r="2108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50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033F0-AF3C-0DB9-4CB7-DE7AD53F6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big ideas of statistics</a:t>
            </a:r>
            <a:endParaRPr lang="en-NZ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0489-B9A0-B2CA-9668-D99F6EE3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chemeClr val="tx1">
                    <a:alpha val="55000"/>
                  </a:schemeClr>
                </a:solidFill>
              </a:rPr>
              <a:t>There are a number of very basic ideas that cut through nearly all aspects of statistical </a:t>
            </a:r>
            <a:r>
              <a:rPr lang="en-NZ" sz="2200">
                <a:solidFill>
                  <a:schemeClr val="tx1">
                    <a:alpha val="55000"/>
                  </a:schemeClr>
                </a:solidFill>
              </a:rPr>
              <a:t>thinking.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NZ" sz="2200">
                <a:solidFill>
                  <a:schemeClr val="tx1">
                    <a:alpha val="55000"/>
                  </a:schemeClr>
                </a:solidFill>
              </a:rPr>
              <a:t>Learning from data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NZ" sz="2200">
                <a:solidFill>
                  <a:schemeClr val="tx1">
                    <a:alpha val="55000"/>
                  </a:schemeClr>
                </a:solidFill>
              </a:rPr>
              <a:t>Aggregation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NZ" sz="2200">
                <a:solidFill>
                  <a:schemeClr val="tx1">
                    <a:alpha val="55000"/>
                  </a:schemeClr>
                </a:solidFill>
              </a:rPr>
              <a:t>Uncertainty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200">
                <a:solidFill>
                  <a:schemeClr val="tx1">
                    <a:alpha val="55000"/>
                  </a:schemeClr>
                </a:solidFill>
              </a:rPr>
              <a:t>Sampling from a population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NZ" sz="2200">
                <a:solidFill>
                  <a:schemeClr val="tx1">
                    <a:alpha val="55000"/>
                  </a:schemeClr>
                </a:solidFill>
              </a:rPr>
              <a:t>Causality and statistics</a:t>
            </a:r>
          </a:p>
          <a:p>
            <a:pPr marL="72000" lvl="1" indent="0">
              <a:buNone/>
            </a:pPr>
            <a:r>
              <a:rPr lang="en-US" sz="2200">
                <a:solidFill>
                  <a:schemeClr val="tx1">
                    <a:alpha val="55000"/>
                  </a:schemeClr>
                </a:solidFill>
              </a:rPr>
              <a:t>Next, we examine each of them in more detail.</a:t>
            </a:r>
            <a:endParaRPr lang="en-NZ" sz="22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743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2A2E-2450-B858-374F-7EE3FD87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1780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from data</a:t>
            </a:r>
            <a:endParaRPr lang="en-NZ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DB76261-A753-E68C-1F33-335858BE52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371600"/>
          <a:ext cx="10515600" cy="480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2471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3D792D-D9F2-4EB4-ADE2-65A518DA6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67600" y="0"/>
            <a:ext cx="4724400" cy="68580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5592A9C-8D2C-465B-A803-5CC96FD80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6D3DC2-5D3E-4BC5-AE58-271493379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06891CE-5B9C-4B9E-AA78-3A5E25434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1"/>
            <a:ext cx="4724400" cy="6857999"/>
          </a:xfrm>
          <a:custGeom>
            <a:avLst/>
            <a:gdLst>
              <a:gd name="connsiteX0" fmla="*/ 0 w 4724400"/>
              <a:gd name="connsiteY0" fmla="*/ 6805948 h 6857999"/>
              <a:gd name="connsiteX1" fmla="*/ 15600 w 4724400"/>
              <a:gd name="connsiteY1" fmla="*/ 6813099 h 6857999"/>
              <a:gd name="connsiteX2" fmla="*/ 117632 w 4724400"/>
              <a:gd name="connsiteY2" fmla="*/ 6850060 h 6857999"/>
              <a:gd name="connsiteX3" fmla="*/ 146175 w 4724400"/>
              <a:gd name="connsiteY3" fmla="*/ 6857998 h 6857999"/>
              <a:gd name="connsiteX4" fmla="*/ 54597 w 4724400"/>
              <a:gd name="connsiteY4" fmla="*/ 6857998 h 6857999"/>
              <a:gd name="connsiteX5" fmla="*/ 0 w 4724400"/>
              <a:gd name="connsiteY5" fmla="*/ 6831490 h 6857999"/>
              <a:gd name="connsiteX6" fmla="*/ 0 w 4724400"/>
              <a:gd name="connsiteY6" fmla="*/ 6736157 h 6857999"/>
              <a:gd name="connsiteX7" fmla="*/ 114811 w 4724400"/>
              <a:gd name="connsiteY7" fmla="*/ 6784122 h 6857999"/>
              <a:gd name="connsiteX8" fmla="*/ 138159 w 4724400"/>
              <a:gd name="connsiteY8" fmla="*/ 6793465 h 6857999"/>
              <a:gd name="connsiteX9" fmla="*/ 270310 w 4724400"/>
              <a:gd name="connsiteY9" fmla="*/ 6840638 h 6857999"/>
              <a:gd name="connsiteX10" fmla="*/ 358932 w 4724400"/>
              <a:gd name="connsiteY10" fmla="*/ 6857999 h 6857999"/>
              <a:gd name="connsiteX11" fmla="*/ 228496 w 4724400"/>
              <a:gd name="connsiteY11" fmla="*/ 6857999 h 6857999"/>
              <a:gd name="connsiteX12" fmla="*/ 126481 w 4724400"/>
              <a:gd name="connsiteY12" fmla="*/ 6821149 h 6857999"/>
              <a:gd name="connsiteX13" fmla="*/ 103134 w 4724400"/>
              <a:gd name="connsiteY13" fmla="*/ 6811799 h 6857999"/>
              <a:gd name="connsiteX14" fmla="*/ 0 w 4724400"/>
              <a:gd name="connsiteY14" fmla="*/ 6767913 h 6857999"/>
              <a:gd name="connsiteX15" fmla="*/ 2460543 w 4724400"/>
              <a:gd name="connsiteY15" fmla="*/ 6515312 h 6857999"/>
              <a:gd name="connsiteX16" fmla="*/ 2286201 w 4724400"/>
              <a:gd name="connsiteY16" fmla="*/ 6525103 h 6857999"/>
              <a:gd name="connsiteX17" fmla="*/ 2110427 w 4724400"/>
              <a:gd name="connsiteY17" fmla="*/ 6532104 h 6857999"/>
              <a:gd name="connsiteX18" fmla="*/ 1956742 w 4724400"/>
              <a:gd name="connsiteY18" fmla="*/ 6528403 h 6857999"/>
              <a:gd name="connsiteX19" fmla="*/ 1534307 w 4724400"/>
              <a:gd name="connsiteY19" fmla="*/ 6560369 h 6857999"/>
              <a:gd name="connsiteX20" fmla="*/ 1454538 w 4724400"/>
              <a:gd name="connsiteY20" fmla="*/ 6591702 h 6857999"/>
              <a:gd name="connsiteX21" fmla="*/ 1619950 w 4724400"/>
              <a:gd name="connsiteY21" fmla="*/ 6599765 h 6857999"/>
              <a:gd name="connsiteX22" fmla="*/ 2044875 w 4724400"/>
              <a:gd name="connsiteY22" fmla="*/ 6563693 h 6857999"/>
              <a:gd name="connsiteX23" fmla="*/ 2460543 w 4724400"/>
              <a:gd name="connsiteY23" fmla="*/ 6515312 h 6857999"/>
              <a:gd name="connsiteX24" fmla="*/ 1883620 w 4724400"/>
              <a:gd name="connsiteY24" fmla="*/ 6459370 h 6857999"/>
              <a:gd name="connsiteX25" fmla="*/ 1532156 w 4724400"/>
              <a:gd name="connsiteY25" fmla="*/ 6529929 h 6857999"/>
              <a:gd name="connsiteX26" fmla="*/ 1958230 w 4724400"/>
              <a:gd name="connsiteY26" fmla="*/ 6498517 h 6857999"/>
              <a:gd name="connsiteX27" fmla="*/ 2110707 w 4724400"/>
              <a:gd name="connsiteY27" fmla="*/ 6502035 h 6857999"/>
              <a:gd name="connsiteX28" fmla="*/ 2285171 w 4724400"/>
              <a:gd name="connsiteY28" fmla="*/ 6495471 h 6857999"/>
              <a:gd name="connsiteX29" fmla="*/ 2385179 w 4724400"/>
              <a:gd name="connsiteY29" fmla="*/ 6489665 h 6857999"/>
              <a:gd name="connsiteX30" fmla="*/ 2227262 w 4724400"/>
              <a:gd name="connsiteY30" fmla="*/ 6473140 h 6857999"/>
              <a:gd name="connsiteX31" fmla="*/ 1883620 w 4724400"/>
              <a:gd name="connsiteY31" fmla="*/ 6459370 h 6857999"/>
              <a:gd name="connsiteX32" fmla="*/ 1611255 w 4724400"/>
              <a:gd name="connsiteY32" fmla="*/ 5884754 h 6857999"/>
              <a:gd name="connsiteX33" fmla="*/ 1357588 w 4724400"/>
              <a:gd name="connsiteY33" fmla="*/ 6496752 h 6857999"/>
              <a:gd name="connsiteX34" fmla="*/ 1611255 w 4724400"/>
              <a:gd name="connsiteY34" fmla="*/ 5884754 h 6857999"/>
              <a:gd name="connsiteX35" fmla="*/ 1646205 w 4724400"/>
              <a:gd name="connsiteY35" fmla="*/ 5883072 h 6857999"/>
              <a:gd name="connsiteX36" fmla="*/ 1387600 w 4724400"/>
              <a:gd name="connsiteY36" fmla="*/ 6494950 h 6857999"/>
              <a:gd name="connsiteX37" fmla="*/ 1646205 w 4724400"/>
              <a:gd name="connsiteY37" fmla="*/ 5883072 h 6857999"/>
              <a:gd name="connsiteX38" fmla="*/ 0 w 4724400"/>
              <a:gd name="connsiteY38" fmla="*/ 5845526 h 6857999"/>
              <a:gd name="connsiteX39" fmla="*/ 23370 w 4724400"/>
              <a:gd name="connsiteY39" fmla="*/ 5869422 h 6857999"/>
              <a:gd name="connsiteX40" fmla="*/ 321428 w 4724400"/>
              <a:gd name="connsiteY40" fmla="*/ 6212316 h 6857999"/>
              <a:gd name="connsiteX41" fmla="*/ 626000 w 4724400"/>
              <a:gd name="connsiteY41" fmla="*/ 6710671 h 6857999"/>
              <a:gd name="connsiteX42" fmla="*/ 661825 w 4724400"/>
              <a:gd name="connsiteY42" fmla="*/ 6854298 h 6857999"/>
              <a:gd name="connsiteX43" fmla="*/ 663298 w 4724400"/>
              <a:gd name="connsiteY43" fmla="*/ 6857998 h 6857999"/>
              <a:gd name="connsiteX44" fmla="*/ 431765 w 4724400"/>
              <a:gd name="connsiteY44" fmla="*/ 6857998 h 6857999"/>
              <a:gd name="connsiteX45" fmla="*/ 293576 w 4724400"/>
              <a:gd name="connsiteY45" fmla="*/ 6816656 h 6857999"/>
              <a:gd name="connsiteX46" fmla="*/ 134480 w 4724400"/>
              <a:gd name="connsiteY46" fmla="*/ 6760867 h 6857999"/>
              <a:gd name="connsiteX47" fmla="*/ 0 w 4724400"/>
              <a:gd name="connsiteY47" fmla="*/ 6714215 h 6857999"/>
              <a:gd name="connsiteX48" fmla="*/ 0 w 4724400"/>
              <a:gd name="connsiteY48" fmla="*/ 6683873 h 6857999"/>
              <a:gd name="connsiteX49" fmla="*/ 143737 w 4724400"/>
              <a:gd name="connsiteY49" fmla="*/ 6732821 h 6857999"/>
              <a:gd name="connsiteX50" fmla="*/ 488162 w 4724400"/>
              <a:gd name="connsiteY50" fmla="*/ 6842006 h 6857999"/>
              <a:gd name="connsiteX51" fmla="*/ 44855 w 4724400"/>
              <a:gd name="connsiteY51" fmla="*/ 6674734 h 6857999"/>
              <a:gd name="connsiteX52" fmla="*/ 0 w 4724400"/>
              <a:gd name="connsiteY52" fmla="*/ 6668575 h 6857999"/>
              <a:gd name="connsiteX53" fmla="*/ 0 w 4724400"/>
              <a:gd name="connsiteY53" fmla="*/ 6628217 h 6857999"/>
              <a:gd name="connsiteX54" fmla="*/ 144942 w 4724400"/>
              <a:gd name="connsiteY54" fmla="*/ 6657611 h 6857999"/>
              <a:gd name="connsiteX55" fmla="*/ 312446 w 4724400"/>
              <a:gd name="connsiteY55" fmla="*/ 6711283 h 6857999"/>
              <a:gd name="connsiteX56" fmla="*/ 477357 w 4724400"/>
              <a:gd name="connsiteY56" fmla="*/ 6799347 h 6857999"/>
              <a:gd name="connsiteX57" fmla="*/ 134228 w 4724400"/>
              <a:gd name="connsiteY57" fmla="*/ 6503934 h 6857999"/>
              <a:gd name="connsiteX58" fmla="*/ 0 w 4724400"/>
              <a:gd name="connsiteY58" fmla="*/ 6334256 h 6857999"/>
              <a:gd name="connsiteX59" fmla="*/ 0 w 4724400"/>
              <a:gd name="connsiteY59" fmla="*/ 6221686 h 6857999"/>
              <a:gd name="connsiteX60" fmla="*/ 113296 w 4724400"/>
              <a:gd name="connsiteY60" fmla="*/ 6402069 h 6857999"/>
              <a:gd name="connsiteX61" fmla="*/ 523262 w 4724400"/>
              <a:gd name="connsiteY61" fmla="*/ 6807025 h 6857999"/>
              <a:gd name="connsiteX62" fmla="*/ 404364 w 4724400"/>
              <a:gd name="connsiteY62" fmla="*/ 6649139 h 6857999"/>
              <a:gd name="connsiteX63" fmla="*/ 392074 w 4724400"/>
              <a:gd name="connsiteY63" fmla="*/ 6636358 h 6857999"/>
              <a:gd name="connsiteX64" fmla="*/ 77450 w 4724400"/>
              <a:gd name="connsiteY64" fmla="*/ 6260110 h 6857999"/>
              <a:gd name="connsiteX65" fmla="*/ 0 w 4724400"/>
              <a:gd name="connsiteY65" fmla="*/ 6163634 h 6857999"/>
              <a:gd name="connsiteX66" fmla="*/ 0 w 4724400"/>
              <a:gd name="connsiteY66" fmla="*/ 6117703 h 6857999"/>
              <a:gd name="connsiteX67" fmla="*/ 99669 w 4724400"/>
              <a:gd name="connsiteY67" fmla="*/ 6240461 h 6857999"/>
              <a:gd name="connsiteX68" fmla="*/ 412670 w 4724400"/>
              <a:gd name="connsiteY68" fmla="*/ 6615176 h 6857999"/>
              <a:gd name="connsiteX69" fmla="*/ 424960 w 4724400"/>
              <a:gd name="connsiteY69" fmla="*/ 6627949 h 6857999"/>
              <a:gd name="connsiteX70" fmla="*/ 504043 w 4724400"/>
              <a:gd name="connsiteY70" fmla="*/ 6718236 h 6857999"/>
              <a:gd name="connsiteX71" fmla="*/ 251759 w 4724400"/>
              <a:gd name="connsiteY71" fmla="*/ 6299011 h 6857999"/>
              <a:gd name="connsiteX72" fmla="*/ 21191 w 4724400"/>
              <a:gd name="connsiteY72" fmla="*/ 6033111 h 6857999"/>
              <a:gd name="connsiteX73" fmla="*/ 0 w 4724400"/>
              <a:gd name="connsiteY73" fmla="*/ 6012219 h 6857999"/>
              <a:gd name="connsiteX74" fmla="*/ 0 w 4724400"/>
              <a:gd name="connsiteY74" fmla="*/ 5971257 h 6857999"/>
              <a:gd name="connsiteX75" fmla="*/ 41571 w 4724400"/>
              <a:gd name="connsiteY75" fmla="*/ 6012292 h 6857999"/>
              <a:gd name="connsiteX76" fmla="*/ 273883 w 4724400"/>
              <a:gd name="connsiteY76" fmla="*/ 6279980 h 6857999"/>
              <a:gd name="connsiteX77" fmla="*/ 541341 w 4724400"/>
              <a:gd name="connsiteY77" fmla="*/ 6733560 h 6857999"/>
              <a:gd name="connsiteX78" fmla="*/ 531634 w 4724400"/>
              <a:gd name="connsiteY78" fmla="*/ 6610993 h 6857999"/>
              <a:gd name="connsiteX79" fmla="*/ 247554 w 4724400"/>
              <a:gd name="connsiteY79" fmla="*/ 6197148 h 6857999"/>
              <a:gd name="connsiteX80" fmla="*/ 33651 w 4724400"/>
              <a:gd name="connsiteY80" fmla="*/ 5957901 h 6857999"/>
              <a:gd name="connsiteX81" fmla="*/ 0 w 4724400"/>
              <a:gd name="connsiteY81" fmla="*/ 5925131 h 6857999"/>
              <a:gd name="connsiteX82" fmla="*/ 1656340 w 4724400"/>
              <a:gd name="connsiteY82" fmla="*/ 5825040 h 6857999"/>
              <a:gd name="connsiteX83" fmla="*/ 1653246 w 4724400"/>
              <a:gd name="connsiteY83" fmla="*/ 5829053 h 6857999"/>
              <a:gd name="connsiteX84" fmla="*/ 1655667 w 4724400"/>
              <a:gd name="connsiteY84" fmla="*/ 5829425 h 6857999"/>
              <a:gd name="connsiteX85" fmla="*/ 2630124 w 4724400"/>
              <a:gd name="connsiteY85" fmla="*/ 5591852 h 6857999"/>
              <a:gd name="connsiteX86" fmla="*/ 2177648 w 4724400"/>
              <a:gd name="connsiteY86" fmla="*/ 5630119 h 6857999"/>
              <a:gd name="connsiteX87" fmla="*/ 2076258 w 4724400"/>
              <a:gd name="connsiteY87" fmla="*/ 5650510 h 6857999"/>
              <a:gd name="connsiteX88" fmla="*/ 2214048 w 4724400"/>
              <a:gd name="connsiteY88" fmla="*/ 5629828 h 6857999"/>
              <a:gd name="connsiteX89" fmla="*/ 3090246 w 4724400"/>
              <a:gd name="connsiteY89" fmla="*/ 5601337 h 6857999"/>
              <a:gd name="connsiteX90" fmla="*/ 2834104 w 4724400"/>
              <a:gd name="connsiteY90" fmla="*/ 5598847 h 6857999"/>
              <a:gd name="connsiteX91" fmla="*/ 2782953 w 4724400"/>
              <a:gd name="connsiteY91" fmla="*/ 5595539 h 6857999"/>
              <a:gd name="connsiteX92" fmla="*/ 2630124 w 4724400"/>
              <a:gd name="connsiteY92" fmla="*/ 5591852 h 6857999"/>
              <a:gd name="connsiteX93" fmla="*/ 2751064 w 4724400"/>
              <a:gd name="connsiteY93" fmla="*/ 5525300 h 6857999"/>
              <a:gd name="connsiteX94" fmla="*/ 2618554 w 4724400"/>
              <a:gd name="connsiteY94" fmla="*/ 5525937 h 6857999"/>
              <a:gd name="connsiteX95" fmla="*/ 2311014 w 4724400"/>
              <a:gd name="connsiteY95" fmla="*/ 5550189 h 6857999"/>
              <a:gd name="connsiteX96" fmla="*/ 2134103 w 4724400"/>
              <a:gd name="connsiteY96" fmla="*/ 5605852 h 6857999"/>
              <a:gd name="connsiteX97" fmla="*/ 2174084 w 4724400"/>
              <a:gd name="connsiteY97" fmla="*/ 5600203 h 6857999"/>
              <a:gd name="connsiteX98" fmla="*/ 2785199 w 4724400"/>
              <a:gd name="connsiteY98" fmla="*/ 5564971 h 6857999"/>
              <a:gd name="connsiteX99" fmla="*/ 2836697 w 4724400"/>
              <a:gd name="connsiteY99" fmla="*/ 5568822 h 6857999"/>
              <a:gd name="connsiteX100" fmla="*/ 3066345 w 4724400"/>
              <a:gd name="connsiteY100" fmla="*/ 5573703 h 6857999"/>
              <a:gd name="connsiteX101" fmla="*/ 2978461 w 4724400"/>
              <a:gd name="connsiteY101" fmla="*/ 5555562 h 6857999"/>
              <a:gd name="connsiteX102" fmla="*/ 2893277 w 4724400"/>
              <a:gd name="connsiteY102" fmla="*/ 5538004 h 6857999"/>
              <a:gd name="connsiteX103" fmla="*/ 2751064 w 4724400"/>
              <a:gd name="connsiteY103" fmla="*/ 5525300 h 6857999"/>
              <a:gd name="connsiteX104" fmla="*/ 2636807 w 4724400"/>
              <a:gd name="connsiteY104" fmla="*/ 5458317 h 6857999"/>
              <a:gd name="connsiteX105" fmla="*/ 2236775 w 4724400"/>
              <a:gd name="connsiteY105" fmla="*/ 5536349 h 6857999"/>
              <a:gd name="connsiteX106" fmla="*/ 2306204 w 4724400"/>
              <a:gd name="connsiteY106" fmla="*/ 5519543 h 6857999"/>
              <a:gd name="connsiteX107" fmla="*/ 2619005 w 4724400"/>
              <a:gd name="connsiteY107" fmla="*/ 5494992 h 6857999"/>
              <a:gd name="connsiteX108" fmla="*/ 2899676 w 4724400"/>
              <a:gd name="connsiteY108" fmla="*/ 5507848 h 6857999"/>
              <a:gd name="connsiteX109" fmla="*/ 2986662 w 4724400"/>
              <a:gd name="connsiteY109" fmla="*/ 5525798 h 6857999"/>
              <a:gd name="connsiteX110" fmla="*/ 3101623 w 4724400"/>
              <a:gd name="connsiteY110" fmla="*/ 5547311 h 6857999"/>
              <a:gd name="connsiteX111" fmla="*/ 2636807 w 4724400"/>
              <a:gd name="connsiteY111" fmla="*/ 5458317 h 6857999"/>
              <a:gd name="connsiteX112" fmla="*/ 0 w 4724400"/>
              <a:gd name="connsiteY112" fmla="*/ 5142496 h 6857999"/>
              <a:gd name="connsiteX113" fmla="*/ 127996 w 4724400"/>
              <a:gd name="connsiteY113" fmla="*/ 5201004 h 6857999"/>
              <a:gd name="connsiteX114" fmla="*/ 661087 w 4724400"/>
              <a:gd name="connsiteY114" fmla="*/ 5790959 h 6857999"/>
              <a:gd name="connsiteX115" fmla="*/ 1029402 w 4724400"/>
              <a:gd name="connsiteY115" fmla="*/ 6204913 h 6857999"/>
              <a:gd name="connsiteX116" fmla="*/ 1046692 w 4724400"/>
              <a:gd name="connsiteY116" fmla="*/ 6015372 h 6857999"/>
              <a:gd name="connsiteX117" fmla="*/ 1024238 w 4724400"/>
              <a:gd name="connsiteY117" fmla="*/ 5336275 h 6857999"/>
              <a:gd name="connsiteX118" fmla="*/ 1138131 w 4724400"/>
              <a:gd name="connsiteY118" fmla="*/ 5600804 h 6857999"/>
              <a:gd name="connsiteX119" fmla="*/ 1127280 w 4724400"/>
              <a:gd name="connsiteY119" fmla="*/ 6039262 h 6857999"/>
              <a:gd name="connsiteX120" fmla="*/ 1026642 w 4724400"/>
              <a:gd name="connsiteY120" fmla="*/ 6792600 h 6857999"/>
              <a:gd name="connsiteX121" fmla="*/ 1327075 w 4724400"/>
              <a:gd name="connsiteY121" fmla="*/ 6590735 h 6857999"/>
              <a:gd name="connsiteX122" fmla="*/ 1332848 w 4724400"/>
              <a:gd name="connsiteY122" fmla="*/ 6581371 h 6857999"/>
              <a:gd name="connsiteX123" fmla="*/ 1320586 w 4724400"/>
              <a:gd name="connsiteY123" fmla="*/ 6572441 h 6857999"/>
              <a:gd name="connsiteX124" fmla="*/ 1669632 w 4724400"/>
              <a:gd name="connsiteY124" fmla="*/ 5665639 h 6857999"/>
              <a:gd name="connsiteX125" fmla="*/ 1749165 w 4724400"/>
              <a:gd name="connsiteY125" fmla="*/ 5696416 h 6857999"/>
              <a:gd name="connsiteX126" fmla="*/ 1502249 w 4724400"/>
              <a:gd name="connsiteY126" fmla="*/ 6466405 h 6857999"/>
              <a:gd name="connsiteX127" fmla="*/ 2238637 w 4724400"/>
              <a:gd name="connsiteY127" fmla="*/ 6419148 h 6857999"/>
              <a:gd name="connsiteX128" fmla="*/ 2642775 w 4724400"/>
              <a:gd name="connsiteY128" fmla="*/ 6563116 h 6857999"/>
              <a:gd name="connsiteX129" fmla="*/ 2628681 w 4724400"/>
              <a:gd name="connsiteY129" fmla="*/ 6578254 h 6857999"/>
              <a:gd name="connsiteX130" fmla="*/ 1600072 w 4724400"/>
              <a:gd name="connsiteY130" fmla="*/ 6648608 h 6857999"/>
              <a:gd name="connsiteX131" fmla="*/ 1391841 w 4724400"/>
              <a:gd name="connsiteY131" fmla="*/ 6641028 h 6857999"/>
              <a:gd name="connsiteX132" fmla="*/ 1389928 w 4724400"/>
              <a:gd name="connsiteY132" fmla="*/ 6641375 h 6857999"/>
              <a:gd name="connsiteX133" fmla="*/ 1380979 w 4724400"/>
              <a:gd name="connsiteY133" fmla="*/ 6643204 h 6857999"/>
              <a:gd name="connsiteX134" fmla="*/ 1108685 w 4724400"/>
              <a:gd name="connsiteY134" fmla="*/ 6824788 h 6857999"/>
              <a:gd name="connsiteX135" fmla="*/ 1051559 w 4724400"/>
              <a:gd name="connsiteY135" fmla="*/ 6857998 h 6857999"/>
              <a:gd name="connsiteX136" fmla="*/ 925940 w 4724400"/>
              <a:gd name="connsiteY136" fmla="*/ 6857998 h 6857999"/>
              <a:gd name="connsiteX137" fmla="*/ 949746 w 4724400"/>
              <a:gd name="connsiteY137" fmla="*/ 6745652 h 6857999"/>
              <a:gd name="connsiteX138" fmla="*/ 1017902 w 4724400"/>
              <a:gd name="connsiteY138" fmla="*/ 6308216 h 6857999"/>
              <a:gd name="connsiteX139" fmla="*/ 1012614 w 4724400"/>
              <a:gd name="connsiteY139" fmla="*/ 6302278 h 6857999"/>
              <a:gd name="connsiteX140" fmla="*/ 644615 w 4724400"/>
              <a:gd name="connsiteY140" fmla="*/ 5837768 h 6857999"/>
              <a:gd name="connsiteX141" fmla="*/ 627546 w 4724400"/>
              <a:gd name="connsiteY141" fmla="*/ 5831943 h 6857999"/>
              <a:gd name="connsiteX142" fmla="*/ 128963 w 4724400"/>
              <a:gd name="connsiteY142" fmla="*/ 5481226 h 6857999"/>
              <a:gd name="connsiteX143" fmla="*/ 0 w 4724400"/>
              <a:gd name="connsiteY143" fmla="*/ 5361850 h 6857999"/>
              <a:gd name="connsiteX144" fmla="*/ 0 w 4724400"/>
              <a:gd name="connsiteY144" fmla="*/ 5297634 h 6857999"/>
              <a:gd name="connsiteX145" fmla="*/ 40861 w 4724400"/>
              <a:gd name="connsiteY145" fmla="*/ 5333413 h 6857999"/>
              <a:gd name="connsiteX146" fmla="*/ 514278 w 4724400"/>
              <a:gd name="connsiteY146" fmla="*/ 5738345 h 6857999"/>
              <a:gd name="connsiteX147" fmla="*/ 337180 w 4724400"/>
              <a:gd name="connsiteY147" fmla="*/ 5572174 h 6857999"/>
              <a:gd name="connsiteX148" fmla="*/ 303564 w 4724400"/>
              <a:gd name="connsiteY148" fmla="*/ 5536908 h 6857999"/>
              <a:gd name="connsiteX149" fmla="*/ 88496 w 4724400"/>
              <a:gd name="connsiteY149" fmla="*/ 5343132 h 6857999"/>
              <a:gd name="connsiteX150" fmla="*/ 0 w 4724400"/>
              <a:gd name="connsiteY150" fmla="*/ 5277736 h 6857999"/>
              <a:gd name="connsiteX151" fmla="*/ 0 w 4724400"/>
              <a:gd name="connsiteY151" fmla="*/ 5241225 h 6857999"/>
              <a:gd name="connsiteX152" fmla="*/ 106479 w 4724400"/>
              <a:gd name="connsiteY152" fmla="*/ 5319780 h 6857999"/>
              <a:gd name="connsiteX153" fmla="*/ 324159 w 4724400"/>
              <a:gd name="connsiteY153" fmla="*/ 5515717 h 6857999"/>
              <a:gd name="connsiteX154" fmla="*/ 357680 w 4724400"/>
              <a:gd name="connsiteY154" fmla="*/ 5551608 h 6857999"/>
              <a:gd name="connsiteX155" fmla="*/ 514810 w 4724400"/>
              <a:gd name="connsiteY155" fmla="*/ 5702551 h 6857999"/>
              <a:gd name="connsiteX156" fmla="*/ 464808 w 4724400"/>
              <a:gd name="connsiteY156" fmla="*/ 5632736 h 6857999"/>
              <a:gd name="connsiteX157" fmla="*/ 416327 w 4724400"/>
              <a:gd name="connsiteY157" fmla="*/ 5565087 h 6857999"/>
              <a:gd name="connsiteX158" fmla="*/ 232232 w 4724400"/>
              <a:gd name="connsiteY158" fmla="*/ 5379904 h 6857999"/>
              <a:gd name="connsiteX159" fmla="*/ 2640 w 4724400"/>
              <a:gd name="connsiteY159" fmla="*/ 5200559 h 6857999"/>
              <a:gd name="connsiteX160" fmla="*/ 0 w 4724400"/>
              <a:gd name="connsiteY160" fmla="*/ 5199146 h 6857999"/>
              <a:gd name="connsiteX161" fmla="*/ 0 w 4724400"/>
              <a:gd name="connsiteY161" fmla="*/ 5164774 h 6857999"/>
              <a:gd name="connsiteX162" fmla="*/ 18363 w 4724400"/>
              <a:gd name="connsiteY162" fmla="*/ 5174783 h 6857999"/>
              <a:gd name="connsiteX163" fmla="*/ 251810 w 4724400"/>
              <a:gd name="connsiteY163" fmla="*/ 5357281 h 6857999"/>
              <a:gd name="connsiteX164" fmla="*/ 439563 w 4724400"/>
              <a:gd name="connsiteY164" fmla="*/ 5546863 h 6857999"/>
              <a:gd name="connsiteX165" fmla="*/ 489056 w 4724400"/>
              <a:gd name="connsiteY165" fmla="*/ 5615961 h 6857999"/>
              <a:gd name="connsiteX166" fmla="*/ 555845 w 4724400"/>
              <a:gd name="connsiteY166" fmla="*/ 5705642 h 6857999"/>
              <a:gd name="connsiteX167" fmla="*/ 287056 w 4724400"/>
              <a:gd name="connsiteY167" fmla="*/ 5341546 h 6857999"/>
              <a:gd name="connsiteX168" fmla="*/ 49874 w 4724400"/>
              <a:gd name="connsiteY168" fmla="*/ 5178238 h 6857999"/>
              <a:gd name="connsiteX169" fmla="*/ 0 w 4724400"/>
              <a:gd name="connsiteY169" fmla="*/ 5158623 h 6857999"/>
              <a:gd name="connsiteX170" fmla="*/ 4076694 w 4724400"/>
              <a:gd name="connsiteY170" fmla="*/ 4944364 h 6857999"/>
              <a:gd name="connsiteX171" fmla="*/ 4287610 w 4724400"/>
              <a:gd name="connsiteY171" fmla="*/ 5588157 h 6857999"/>
              <a:gd name="connsiteX172" fmla="*/ 4076694 w 4724400"/>
              <a:gd name="connsiteY172" fmla="*/ 4944364 h 6857999"/>
              <a:gd name="connsiteX173" fmla="*/ 4103808 w 4724400"/>
              <a:gd name="connsiteY173" fmla="*/ 4918599 h 6857999"/>
              <a:gd name="connsiteX174" fmla="*/ 4310650 w 4724400"/>
              <a:gd name="connsiteY174" fmla="*/ 5565760 h 6857999"/>
              <a:gd name="connsiteX175" fmla="*/ 4103808 w 4724400"/>
              <a:gd name="connsiteY175" fmla="*/ 4918599 h 6857999"/>
              <a:gd name="connsiteX176" fmla="*/ 4072554 w 4724400"/>
              <a:gd name="connsiteY176" fmla="*/ 4867303 h 6857999"/>
              <a:gd name="connsiteX177" fmla="*/ 4072780 w 4724400"/>
              <a:gd name="connsiteY177" fmla="*/ 4872526 h 6857999"/>
              <a:gd name="connsiteX178" fmla="*/ 4074990 w 4724400"/>
              <a:gd name="connsiteY178" fmla="*/ 4871112 h 6857999"/>
              <a:gd name="connsiteX179" fmla="*/ 3100062 w 4724400"/>
              <a:gd name="connsiteY179" fmla="*/ 4866948 h 6857999"/>
              <a:gd name="connsiteX180" fmla="*/ 2963625 w 4724400"/>
              <a:gd name="connsiteY180" fmla="*/ 4877568 h 6857999"/>
              <a:gd name="connsiteX181" fmla="*/ 2809956 w 4724400"/>
              <a:gd name="connsiteY181" fmla="*/ 4889247 h 6857999"/>
              <a:gd name="connsiteX182" fmla="*/ 2688275 w 4724400"/>
              <a:gd name="connsiteY182" fmla="*/ 4882769 h 6857999"/>
              <a:gd name="connsiteX183" fmla="*/ 2605133 w 4724400"/>
              <a:gd name="connsiteY183" fmla="*/ 4876924 h 6857999"/>
              <a:gd name="connsiteX184" fmla="*/ 2414900 w 4724400"/>
              <a:gd name="connsiteY184" fmla="*/ 4881330 h 6857999"/>
              <a:gd name="connsiteX185" fmla="*/ 2217605 w 4724400"/>
              <a:gd name="connsiteY185" fmla="*/ 4885650 h 6857999"/>
              <a:gd name="connsiteX186" fmla="*/ 2199332 w 4724400"/>
              <a:gd name="connsiteY186" fmla="*/ 4885075 h 6857999"/>
              <a:gd name="connsiteX187" fmla="*/ 2141062 w 4724400"/>
              <a:gd name="connsiteY187" fmla="*/ 4884027 h 6857999"/>
              <a:gd name="connsiteX188" fmla="*/ 2558630 w 4724400"/>
              <a:gd name="connsiteY188" fmla="*/ 4938088 h 6857999"/>
              <a:gd name="connsiteX189" fmla="*/ 3100062 w 4724400"/>
              <a:gd name="connsiteY189" fmla="*/ 4866948 h 6857999"/>
              <a:gd name="connsiteX190" fmla="*/ 2753415 w 4724400"/>
              <a:gd name="connsiteY190" fmla="*/ 4783657 h 6857999"/>
              <a:gd name="connsiteX191" fmla="*/ 2639521 w 4724400"/>
              <a:gd name="connsiteY191" fmla="*/ 4785091 h 6857999"/>
              <a:gd name="connsiteX192" fmla="*/ 2193068 w 4724400"/>
              <a:gd name="connsiteY192" fmla="*/ 4854595 h 6857999"/>
              <a:gd name="connsiteX193" fmla="*/ 2201931 w 4724400"/>
              <a:gd name="connsiteY193" fmla="*/ 4855057 h 6857999"/>
              <a:gd name="connsiteX194" fmla="*/ 2219654 w 4724400"/>
              <a:gd name="connsiteY194" fmla="*/ 4855986 h 6857999"/>
              <a:gd name="connsiteX195" fmla="*/ 2413690 w 4724400"/>
              <a:gd name="connsiteY195" fmla="*/ 4851445 h 6857999"/>
              <a:gd name="connsiteX196" fmla="*/ 2606832 w 4724400"/>
              <a:gd name="connsiteY196" fmla="*/ 4846715 h 6857999"/>
              <a:gd name="connsiteX197" fmla="*/ 2691769 w 4724400"/>
              <a:gd name="connsiteY197" fmla="*/ 4852935 h 6857999"/>
              <a:gd name="connsiteX198" fmla="*/ 2811106 w 4724400"/>
              <a:gd name="connsiteY198" fmla="*/ 4859393 h 6857999"/>
              <a:gd name="connsiteX199" fmla="*/ 2961520 w 4724400"/>
              <a:gd name="connsiteY199" fmla="*/ 4847493 h 6857999"/>
              <a:gd name="connsiteX200" fmla="*/ 3070965 w 4724400"/>
              <a:gd name="connsiteY200" fmla="*/ 4837270 h 6857999"/>
              <a:gd name="connsiteX201" fmla="*/ 2753415 w 4724400"/>
              <a:gd name="connsiteY201" fmla="*/ 4783657 h 6857999"/>
              <a:gd name="connsiteX202" fmla="*/ 2389654 w 4724400"/>
              <a:gd name="connsiteY202" fmla="*/ 4275904 h 6857999"/>
              <a:gd name="connsiteX203" fmla="*/ 1522266 w 4724400"/>
              <a:gd name="connsiteY203" fmla="*/ 4472742 h 6857999"/>
              <a:gd name="connsiteX204" fmla="*/ 1464014 w 4724400"/>
              <a:gd name="connsiteY204" fmla="*/ 4498508 h 6857999"/>
              <a:gd name="connsiteX205" fmla="*/ 1376111 w 4724400"/>
              <a:gd name="connsiteY205" fmla="*/ 4536334 h 6857999"/>
              <a:gd name="connsiteX206" fmla="*/ 1498493 w 4724400"/>
              <a:gd name="connsiteY206" fmla="*/ 4502509 h 6857999"/>
              <a:gd name="connsiteX207" fmla="*/ 1831627 w 4724400"/>
              <a:gd name="connsiteY207" fmla="*/ 4454994 h 6857999"/>
              <a:gd name="connsiteX208" fmla="*/ 2389654 w 4724400"/>
              <a:gd name="connsiteY208" fmla="*/ 4275904 h 6857999"/>
              <a:gd name="connsiteX209" fmla="*/ 2147582 w 4724400"/>
              <a:gd name="connsiteY209" fmla="*/ 4220499 h 6857999"/>
              <a:gd name="connsiteX210" fmla="*/ 1556088 w 4724400"/>
              <a:gd name="connsiteY210" fmla="*/ 4425819 h 6857999"/>
              <a:gd name="connsiteX211" fmla="*/ 2346927 w 4724400"/>
              <a:gd name="connsiteY211" fmla="*/ 4248048 h 6857999"/>
              <a:gd name="connsiteX212" fmla="*/ 2147582 w 4724400"/>
              <a:gd name="connsiteY212" fmla="*/ 4220499 h 6857999"/>
              <a:gd name="connsiteX213" fmla="*/ 1790494 w 4724400"/>
              <a:gd name="connsiteY213" fmla="*/ 3958602 h 6857999"/>
              <a:gd name="connsiteX214" fmla="*/ 1059112 w 4724400"/>
              <a:gd name="connsiteY214" fmla="*/ 4119804 h 6857999"/>
              <a:gd name="connsiteX215" fmla="*/ 1790494 w 4724400"/>
              <a:gd name="connsiteY215" fmla="*/ 3958602 h 6857999"/>
              <a:gd name="connsiteX216" fmla="*/ 3757613 w 4724400"/>
              <a:gd name="connsiteY216" fmla="*/ 3936722 h 6857999"/>
              <a:gd name="connsiteX217" fmla="*/ 3715314 w 4724400"/>
              <a:gd name="connsiteY217" fmla="*/ 4196771 h 6857999"/>
              <a:gd name="connsiteX218" fmla="*/ 3631611 w 4724400"/>
              <a:gd name="connsiteY218" fmla="*/ 4613594 h 6857999"/>
              <a:gd name="connsiteX219" fmla="*/ 3596909 w 4724400"/>
              <a:gd name="connsiteY219" fmla="*/ 4707830 h 6857999"/>
              <a:gd name="connsiteX220" fmla="*/ 3581749 w 4724400"/>
              <a:gd name="connsiteY220" fmla="*/ 4747418 h 6857999"/>
              <a:gd name="connsiteX221" fmla="*/ 3510660 w 4724400"/>
              <a:gd name="connsiteY221" fmla="*/ 4966094 h 6857999"/>
              <a:gd name="connsiteX222" fmla="*/ 3757613 w 4724400"/>
              <a:gd name="connsiteY222" fmla="*/ 3936722 h 6857999"/>
              <a:gd name="connsiteX223" fmla="*/ 1701387 w 4724400"/>
              <a:gd name="connsiteY223" fmla="*/ 3919232 h 6857999"/>
              <a:gd name="connsiteX224" fmla="*/ 1136310 w 4724400"/>
              <a:gd name="connsiteY224" fmla="*/ 4068895 h 6857999"/>
              <a:gd name="connsiteX225" fmla="*/ 1784782 w 4724400"/>
              <a:gd name="connsiteY225" fmla="*/ 3927759 h 6857999"/>
              <a:gd name="connsiteX226" fmla="*/ 1701387 w 4724400"/>
              <a:gd name="connsiteY226" fmla="*/ 3919232 h 6857999"/>
              <a:gd name="connsiteX227" fmla="*/ 3733405 w 4724400"/>
              <a:gd name="connsiteY227" fmla="*/ 3900089 h 6857999"/>
              <a:gd name="connsiteX228" fmla="*/ 3500832 w 4724400"/>
              <a:gd name="connsiteY228" fmla="*/ 4885010 h 6857999"/>
              <a:gd name="connsiteX229" fmla="*/ 3552367 w 4724400"/>
              <a:gd name="connsiteY229" fmla="*/ 4735553 h 6857999"/>
              <a:gd name="connsiteX230" fmla="*/ 3567525 w 4724400"/>
              <a:gd name="connsiteY230" fmla="*/ 4695966 h 6857999"/>
              <a:gd name="connsiteX231" fmla="*/ 3602372 w 4724400"/>
              <a:gd name="connsiteY231" fmla="*/ 4603168 h 6857999"/>
              <a:gd name="connsiteX232" fmla="*/ 3684639 w 4724400"/>
              <a:gd name="connsiteY232" fmla="*/ 4192628 h 6857999"/>
              <a:gd name="connsiteX233" fmla="*/ 3733405 w 4724400"/>
              <a:gd name="connsiteY233" fmla="*/ 3900089 h 6857999"/>
              <a:gd name="connsiteX234" fmla="*/ 2800959 w 4724400"/>
              <a:gd name="connsiteY234" fmla="*/ 3871054 h 6857999"/>
              <a:gd name="connsiteX235" fmla="*/ 3026569 w 4724400"/>
              <a:gd name="connsiteY235" fmla="*/ 4520780 h 6857999"/>
              <a:gd name="connsiteX236" fmla="*/ 2889061 w 4724400"/>
              <a:gd name="connsiteY236" fmla="*/ 4157302 h 6857999"/>
              <a:gd name="connsiteX237" fmla="*/ 2800959 w 4724400"/>
              <a:gd name="connsiteY237" fmla="*/ 3871054 h 6857999"/>
              <a:gd name="connsiteX238" fmla="*/ 2809929 w 4724400"/>
              <a:gd name="connsiteY238" fmla="*/ 3701307 h 6857999"/>
              <a:gd name="connsiteX239" fmla="*/ 2809197 w 4724400"/>
              <a:gd name="connsiteY239" fmla="*/ 3708672 h 6857999"/>
              <a:gd name="connsiteX240" fmla="*/ 2918306 w 4724400"/>
              <a:gd name="connsiteY240" fmla="*/ 4147031 h 6857999"/>
              <a:gd name="connsiteX241" fmla="*/ 3068858 w 4724400"/>
              <a:gd name="connsiteY241" fmla="*/ 4544310 h 6857999"/>
              <a:gd name="connsiteX242" fmla="*/ 2968879 w 4724400"/>
              <a:gd name="connsiteY242" fmla="*/ 4144570 h 6857999"/>
              <a:gd name="connsiteX243" fmla="*/ 2809929 w 4724400"/>
              <a:gd name="connsiteY243" fmla="*/ 3701307 h 6857999"/>
              <a:gd name="connsiteX244" fmla="*/ 1867196 w 4724400"/>
              <a:gd name="connsiteY244" fmla="*/ 3456584 h 6857999"/>
              <a:gd name="connsiteX245" fmla="*/ 2183970 w 4724400"/>
              <a:gd name="connsiteY245" fmla="*/ 3826505 h 6857999"/>
              <a:gd name="connsiteX246" fmla="*/ 1867196 w 4724400"/>
              <a:gd name="connsiteY246" fmla="*/ 3456584 h 6857999"/>
              <a:gd name="connsiteX247" fmla="*/ 2322880 w 4724400"/>
              <a:gd name="connsiteY247" fmla="*/ 3078533 h 6857999"/>
              <a:gd name="connsiteX248" fmla="*/ 2295695 w 4724400"/>
              <a:gd name="connsiteY248" fmla="*/ 3245370 h 6857999"/>
              <a:gd name="connsiteX249" fmla="*/ 2268858 w 4724400"/>
              <a:gd name="connsiteY249" fmla="*/ 3758413 h 6857999"/>
              <a:gd name="connsiteX250" fmla="*/ 2295899 w 4724400"/>
              <a:gd name="connsiteY250" fmla="*/ 3528057 h 6857999"/>
              <a:gd name="connsiteX251" fmla="*/ 2326306 w 4724400"/>
              <a:gd name="connsiteY251" fmla="*/ 3231157 h 6857999"/>
              <a:gd name="connsiteX252" fmla="*/ 2324274 w 4724400"/>
              <a:gd name="connsiteY252" fmla="*/ 3142788 h 6857999"/>
              <a:gd name="connsiteX253" fmla="*/ 2322880 w 4724400"/>
              <a:gd name="connsiteY253" fmla="*/ 3078533 h 6857999"/>
              <a:gd name="connsiteX254" fmla="*/ 912797 w 4724400"/>
              <a:gd name="connsiteY254" fmla="*/ 2896659 h 6857999"/>
              <a:gd name="connsiteX255" fmla="*/ 1167201 w 4724400"/>
              <a:gd name="connsiteY255" fmla="*/ 3304169 h 6857999"/>
              <a:gd name="connsiteX256" fmla="*/ 1503848 w 4724400"/>
              <a:gd name="connsiteY256" fmla="*/ 3675946 h 6857999"/>
              <a:gd name="connsiteX257" fmla="*/ 1353091 w 4724400"/>
              <a:gd name="connsiteY257" fmla="*/ 3486482 h 6857999"/>
              <a:gd name="connsiteX258" fmla="*/ 1340012 w 4724400"/>
              <a:gd name="connsiteY258" fmla="*/ 3467256 h 6857999"/>
              <a:gd name="connsiteX259" fmla="*/ 1089196 w 4724400"/>
              <a:gd name="connsiteY259" fmla="*/ 3116474 h 6857999"/>
              <a:gd name="connsiteX260" fmla="*/ 959418 w 4724400"/>
              <a:gd name="connsiteY260" fmla="*/ 2948853 h 6857999"/>
              <a:gd name="connsiteX261" fmla="*/ 912797 w 4724400"/>
              <a:gd name="connsiteY261" fmla="*/ 2896659 h 6857999"/>
              <a:gd name="connsiteX262" fmla="*/ 2363420 w 4724400"/>
              <a:gd name="connsiteY262" fmla="*/ 2871730 h 6857999"/>
              <a:gd name="connsiteX263" fmla="*/ 2360107 w 4724400"/>
              <a:gd name="connsiteY263" fmla="*/ 2915231 h 6857999"/>
              <a:gd name="connsiteX264" fmla="*/ 2353099 w 4724400"/>
              <a:gd name="connsiteY264" fmla="*/ 3051540 h 6857999"/>
              <a:gd name="connsiteX265" fmla="*/ 2354925 w 4724400"/>
              <a:gd name="connsiteY265" fmla="*/ 3140814 h 6857999"/>
              <a:gd name="connsiteX266" fmla="*/ 2357104 w 4724400"/>
              <a:gd name="connsiteY266" fmla="*/ 3230628 h 6857999"/>
              <a:gd name="connsiteX267" fmla="*/ 2326221 w 4724400"/>
              <a:gd name="connsiteY267" fmla="*/ 3531652 h 6857999"/>
              <a:gd name="connsiteX268" fmla="*/ 2299836 w 4724400"/>
              <a:gd name="connsiteY268" fmla="*/ 3750864 h 6857999"/>
              <a:gd name="connsiteX269" fmla="*/ 2346877 w 4724400"/>
              <a:gd name="connsiteY269" fmla="*/ 3662531 h 6857999"/>
              <a:gd name="connsiteX270" fmla="*/ 2363420 w 4724400"/>
              <a:gd name="connsiteY270" fmla="*/ 2871730 h 6857999"/>
              <a:gd name="connsiteX271" fmla="*/ 912921 w 4724400"/>
              <a:gd name="connsiteY271" fmla="*/ 2850596 h 6857999"/>
              <a:gd name="connsiteX272" fmla="*/ 983846 w 4724400"/>
              <a:gd name="connsiteY272" fmla="*/ 2928627 h 6857999"/>
              <a:gd name="connsiteX273" fmla="*/ 1114669 w 4724400"/>
              <a:gd name="connsiteY273" fmla="*/ 3097880 h 6857999"/>
              <a:gd name="connsiteX274" fmla="*/ 1366183 w 4724400"/>
              <a:gd name="connsiteY274" fmla="*/ 3449753 h 6857999"/>
              <a:gd name="connsiteX275" fmla="*/ 1379263 w 4724400"/>
              <a:gd name="connsiteY275" fmla="*/ 3468981 h 6857999"/>
              <a:gd name="connsiteX276" fmla="*/ 1492446 w 4724400"/>
              <a:gd name="connsiteY276" fmla="*/ 3620389 h 6857999"/>
              <a:gd name="connsiteX277" fmla="*/ 912921 w 4724400"/>
              <a:gd name="connsiteY277" fmla="*/ 2850596 h 6857999"/>
              <a:gd name="connsiteX278" fmla="*/ 2386551 w 4724400"/>
              <a:gd name="connsiteY278" fmla="*/ 2642862 h 6857999"/>
              <a:gd name="connsiteX279" fmla="*/ 2403741 w 4724400"/>
              <a:gd name="connsiteY279" fmla="*/ 2659697 h 6857999"/>
              <a:gd name="connsiteX280" fmla="*/ 2499078 w 4724400"/>
              <a:gd name="connsiteY280" fmla="*/ 3423399 h 6857999"/>
              <a:gd name="connsiteX281" fmla="*/ 2413232 w 4724400"/>
              <a:gd name="connsiteY281" fmla="*/ 3700562 h 6857999"/>
              <a:gd name="connsiteX282" fmla="*/ 2428424 w 4724400"/>
              <a:gd name="connsiteY282" fmla="*/ 4178295 h 6857999"/>
              <a:gd name="connsiteX283" fmla="*/ 2927779 w 4724400"/>
              <a:gd name="connsiteY283" fmla="*/ 4531843 h 6857999"/>
              <a:gd name="connsiteX284" fmla="*/ 2758380 w 4724400"/>
              <a:gd name="connsiteY284" fmla="*/ 3561061 h 6857999"/>
              <a:gd name="connsiteX285" fmla="*/ 2846610 w 4724400"/>
              <a:gd name="connsiteY285" fmla="*/ 3538353 h 6857999"/>
              <a:gd name="connsiteX286" fmla="*/ 3106063 w 4724400"/>
              <a:gd name="connsiteY286" fmla="*/ 4271430 h 6857999"/>
              <a:gd name="connsiteX287" fmla="*/ 3116136 w 4724400"/>
              <a:gd name="connsiteY287" fmla="*/ 4688819 h 6857999"/>
              <a:gd name="connsiteX288" fmla="*/ 3412872 w 4724400"/>
              <a:gd name="connsiteY288" fmla="*/ 4966558 h 6857999"/>
              <a:gd name="connsiteX289" fmla="*/ 3763612 w 4724400"/>
              <a:gd name="connsiteY289" fmla="*/ 3645474 h 6857999"/>
              <a:gd name="connsiteX290" fmla="*/ 3850165 w 4724400"/>
              <a:gd name="connsiteY290" fmla="*/ 3638405 h 6857999"/>
              <a:gd name="connsiteX291" fmla="*/ 3515311 w 4724400"/>
              <a:gd name="connsiteY291" fmla="*/ 5051260 h 6857999"/>
              <a:gd name="connsiteX292" fmla="*/ 3501147 w 4724400"/>
              <a:gd name="connsiteY292" fmla="*/ 5059552 h 6857999"/>
              <a:gd name="connsiteX293" fmla="*/ 3790420 w 4724400"/>
              <a:gd name="connsiteY293" fmla="*/ 5401078 h 6857999"/>
              <a:gd name="connsiteX294" fmla="*/ 4221141 w 4724400"/>
              <a:gd name="connsiteY294" fmla="*/ 6045312 h 6857999"/>
              <a:gd name="connsiteX295" fmla="*/ 4326825 w 4724400"/>
              <a:gd name="connsiteY295" fmla="*/ 5681109 h 6857999"/>
              <a:gd name="connsiteX296" fmla="*/ 4325127 w 4724400"/>
              <a:gd name="connsiteY296" fmla="*/ 5669934 h 6857999"/>
              <a:gd name="connsiteX297" fmla="*/ 4309144 w 4724400"/>
              <a:gd name="connsiteY297" fmla="*/ 5671723 h 6857999"/>
              <a:gd name="connsiteX298" fmla="*/ 3974946 w 4724400"/>
              <a:gd name="connsiteY298" fmla="*/ 4736592 h 6857999"/>
              <a:gd name="connsiteX299" fmla="*/ 4060171 w 4724400"/>
              <a:gd name="connsiteY299" fmla="*/ 4704317 h 6857999"/>
              <a:gd name="connsiteX300" fmla="*/ 4383942 w 4724400"/>
              <a:gd name="connsiteY300" fmla="*/ 5463703 h 6857999"/>
              <a:gd name="connsiteX301" fmla="*/ 4654905 w 4724400"/>
              <a:gd name="connsiteY301" fmla="*/ 5156948 h 6857999"/>
              <a:gd name="connsiteX302" fmla="*/ 4724400 w 4724400"/>
              <a:gd name="connsiteY302" fmla="*/ 5098975 h 6857999"/>
              <a:gd name="connsiteX303" fmla="*/ 4724400 w 4724400"/>
              <a:gd name="connsiteY303" fmla="*/ 5160063 h 6857999"/>
              <a:gd name="connsiteX304" fmla="*/ 4687505 w 4724400"/>
              <a:gd name="connsiteY304" fmla="*/ 5191181 h 6857999"/>
              <a:gd name="connsiteX305" fmla="*/ 4451303 w 4724400"/>
              <a:gd name="connsiteY305" fmla="*/ 5491132 h 6857999"/>
              <a:gd name="connsiteX306" fmla="*/ 4599954 w 4724400"/>
              <a:gd name="connsiteY306" fmla="*/ 5317498 h 6857999"/>
              <a:gd name="connsiteX307" fmla="*/ 4724400 w 4724400"/>
              <a:gd name="connsiteY307" fmla="*/ 5211392 h 6857999"/>
              <a:gd name="connsiteX308" fmla="*/ 4724400 w 4724400"/>
              <a:gd name="connsiteY308" fmla="*/ 5251559 h 6857999"/>
              <a:gd name="connsiteX309" fmla="*/ 4619898 w 4724400"/>
              <a:gd name="connsiteY309" fmla="*/ 5340764 h 6857999"/>
              <a:gd name="connsiteX310" fmla="*/ 4473735 w 4724400"/>
              <a:gd name="connsiteY310" fmla="*/ 5512809 h 6857999"/>
              <a:gd name="connsiteX311" fmla="*/ 4430539 w 4724400"/>
              <a:gd name="connsiteY311" fmla="*/ 5592553 h 6857999"/>
              <a:gd name="connsiteX312" fmla="*/ 4569759 w 4724400"/>
              <a:gd name="connsiteY312" fmla="*/ 5482816 h 6857999"/>
              <a:gd name="connsiteX313" fmla="*/ 4724400 w 4724400"/>
              <a:gd name="connsiteY313" fmla="*/ 5330891 h 6857999"/>
              <a:gd name="connsiteX314" fmla="*/ 4724400 w 4724400"/>
              <a:gd name="connsiteY314" fmla="*/ 5402912 h 6857999"/>
              <a:gd name="connsiteX315" fmla="*/ 4586888 w 4724400"/>
              <a:gd name="connsiteY315" fmla="*/ 5533939 h 6857999"/>
              <a:gd name="connsiteX316" fmla="*/ 4413377 w 4724400"/>
              <a:gd name="connsiteY316" fmla="*/ 5674040 h 6857999"/>
              <a:gd name="connsiteX317" fmla="*/ 4412066 w 4724400"/>
              <a:gd name="connsiteY317" fmla="*/ 5675644 h 6857999"/>
              <a:gd name="connsiteX318" fmla="*/ 4406074 w 4724400"/>
              <a:gd name="connsiteY318" fmla="*/ 5683306 h 6857999"/>
              <a:gd name="connsiteX319" fmla="*/ 4271008 w 4724400"/>
              <a:gd name="connsiteY319" fmla="*/ 6118417 h 6857999"/>
              <a:gd name="connsiteX320" fmla="*/ 4265220 w 4724400"/>
              <a:gd name="connsiteY320" fmla="*/ 6125184 h 6857999"/>
              <a:gd name="connsiteX321" fmla="*/ 4590463 w 4724400"/>
              <a:gd name="connsiteY321" fmla="*/ 6805045 h 6857999"/>
              <a:gd name="connsiteX322" fmla="*/ 4610122 w 4724400"/>
              <a:gd name="connsiteY322" fmla="*/ 6857999 h 6857999"/>
              <a:gd name="connsiteX323" fmla="*/ 4513231 w 4724400"/>
              <a:gd name="connsiteY323" fmla="*/ 6857999 h 6857999"/>
              <a:gd name="connsiteX324" fmla="*/ 4374770 w 4724400"/>
              <a:gd name="connsiteY324" fmla="*/ 6532596 h 6857999"/>
              <a:gd name="connsiteX325" fmla="*/ 4339518 w 4724400"/>
              <a:gd name="connsiteY325" fmla="*/ 6461642 h 6857999"/>
              <a:gd name="connsiteX326" fmla="*/ 3884810 w 4724400"/>
              <a:gd name="connsiteY326" fmla="*/ 5682534 h 6857999"/>
              <a:gd name="connsiteX327" fmla="*/ 3876498 w 4724400"/>
              <a:gd name="connsiteY327" fmla="*/ 5681717 h 6857999"/>
              <a:gd name="connsiteX328" fmla="*/ 3263209 w 4724400"/>
              <a:gd name="connsiteY328" fmla="*/ 5585749 h 6857999"/>
              <a:gd name="connsiteX329" fmla="*/ 3245450 w 4724400"/>
              <a:gd name="connsiteY329" fmla="*/ 5593271 h 6857999"/>
              <a:gd name="connsiteX330" fmla="*/ 1952592 w 4724400"/>
              <a:gd name="connsiteY330" fmla="*/ 5692050 h 6857999"/>
              <a:gd name="connsiteX331" fmla="*/ 1936466 w 4724400"/>
              <a:gd name="connsiteY331" fmla="*/ 5671708 h 6857999"/>
              <a:gd name="connsiteX332" fmla="*/ 3244709 w 4724400"/>
              <a:gd name="connsiteY332" fmla="*/ 5538562 h 6857999"/>
              <a:gd name="connsiteX333" fmla="*/ 3823886 w 4724400"/>
              <a:gd name="connsiteY333" fmla="*/ 5595804 h 6857999"/>
              <a:gd name="connsiteX334" fmla="*/ 3709024 w 4724400"/>
              <a:gd name="connsiteY334" fmla="*/ 5439340 h 6857999"/>
              <a:gd name="connsiteX335" fmla="*/ 3198362 w 4724400"/>
              <a:gd name="connsiteY335" fmla="*/ 4874588 h 6857999"/>
              <a:gd name="connsiteX336" fmla="*/ 3179417 w 4724400"/>
              <a:gd name="connsiteY336" fmla="*/ 4879047 h 6857999"/>
              <a:gd name="connsiteX337" fmla="*/ 2639496 w 4724400"/>
              <a:gd name="connsiteY337" fmla="*/ 4989072 h 6857999"/>
              <a:gd name="connsiteX338" fmla="*/ 1972353 w 4724400"/>
              <a:gd name="connsiteY338" fmla="*/ 4909921 h 6857999"/>
              <a:gd name="connsiteX339" fmla="*/ 2002679 w 4724400"/>
              <a:gd name="connsiteY339" fmla="*/ 4872131 h 6857999"/>
              <a:gd name="connsiteX340" fmla="*/ 3097424 w 4724400"/>
              <a:gd name="connsiteY340" fmla="*/ 4781269 h 6857999"/>
              <a:gd name="connsiteX341" fmla="*/ 2454890 w 4724400"/>
              <a:gd name="connsiteY341" fmla="*/ 4287833 h 6857999"/>
              <a:gd name="connsiteX342" fmla="*/ 2452881 w 4724400"/>
              <a:gd name="connsiteY342" fmla="*/ 4288346 h 6857999"/>
              <a:gd name="connsiteX343" fmla="*/ 2448527 w 4724400"/>
              <a:gd name="connsiteY343" fmla="*/ 4288836 h 6857999"/>
              <a:gd name="connsiteX344" fmla="*/ 2323525 w 4724400"/>
              <a:gd name="connsiteY344" fmla="*/ 4367248 h 6857999"/>
              <a:gd name="connsiteX345" fmla="*/ 2060764 w 4724400"/>
              <a:gd name="connsiteY345" fmla="*/ 4451767 h 6857999"/>
              <a:gd name="connsiteX346" fmla="*/ 1162250 w 4724400"/>
              <a:gd name="connsiteY346" fmla="*/ 4613329 h 6857999"/>
              <a:gd name="connsiteX347" fmla="*/ 1132639 w 4724400"/>
              <a:gd name="connsiteY347" fmla="*/ 4596243 h 6857999"/>
              <a:gd name="connsiteX348" fmla="*/ 2293970 w 4724400"/>
              <a:gd name="connsiteY348" fmla="*/ 4182283 h 6857999"/>
              <a:gd name="connsiteX349" fmla="*/ 1900637 w 4724400"/>
              <a:gd name="connsiteY349" fmla="*/ 3949470 h 6857999"/>
              <a:gd name="connsiteX350" fmla="*/ 1887014 w 4724400"/>
              <a:gd name="connsiteY350" fmla="*/ 3951288 h 6857999"/>
              <a:gd name="connsiteX351" fmla="*/ 896751 w 4724400"/>
              <a:gd name="connsiteY351" fmla="*/ 4159267 h 6857999"/>
              <a:gd name="connsiteX352" fmla="*/ 918967 w 4724400"/>
              <a:gd name="connsiteY352" fmla="*/ 4119760 h 6857999"/>
              <a:gd name="connsiteX353" fmla="*/ 1764113 w 4724400"/>
              <a:gd name="connsiteY353" fmla="*/ 3873539 h 6857999"/>
              <a:gd name="connsiteX354" fmla="*/ 1555701 w 4724400"/>
              <a:gd name="connsiteY354" fmla="*/ 3763109 h 6857999"/>
              <a:gd name="connsiteX355" fmla="*/ 1542956 w 4724400"/>
              <a:gd name="connsiteY355" fmla="*/ 3758998 h 6857999"/>
              <a:gd name="connsiteX356" fmla="*/ 1136724 w 4724400"/>
              <a:gd name="connsiteY356" fmla="*/ 3417171 h 6857999"/>
              <a:gd name="connsiteX357" fmla="*/ 750977 w 4724400"/>
              <a:gd name="connsiteY357" fmla="*/ 2770227 h 6857999"/>
              <a:gd name="connsiteX358" fmla="*/ 755174 w 4724400"/>
              <a:gd name="connsiteY358" fmla="*/ 2749954 h 6857999"/>
              <a:gd name="connsiteX359" fmla="*/ 830023 w 4724400"/>
              <a:gd name="connsiteY359" fmla="*/ 2731935 h 6857999"/>
              <a:gd name="connsiteX360" fmla="*/ 1623018 w 4724400"/>
              <a:gd name="connsiteY360" fmla="*/ 3716225 h 6857999"/>
              <a:gd name="connsiteX361" fmla="*/ 2294841 w 4724400"/>
              <a:gd name="connsiteY361" fmla="*/ 4093587 h 6857999"/>
              <a:gd name="connsiteX362" fmla="*/ 2250226 w 4724400"/>
              <a:gd name="connsiteY362" fmla="*/ 3916719 h 6857999"/>
              <a:gd name="connsiteX363" fmla="*/ 2245523 w 4724400"/>
              <a:gd name="connsiteY363" fmla="*/ 3916663 h 6857999"/>
              <a:gd name="connsiteX364" fmla="*/ 1707994 w 4724400"/>
              <a:gd name="connsiteY364" fmla="*/ 3326950 h 6857999"/>
              <a:gd name="connsiteX365" fmla="*/ 1786341 w 4724400"/>
              <a:gd name="connsiteY365" fmla="*/ 3287566 h 6857999"/>
              <a:gd name="connsiteX366" fmla="*/ 2158071 w 4724400"/>
              <a:gd name="connsiteY366" fmla="*/ 3639960 h 6857999"/>
              <a:gd name="connsiteX367" fmla="*/ 2189281 w 4724400"/>
              <a:gd name="connsiteY367" fmla="*/ 3333361 h 6857999"/>
              <a:gd name="connsiteX368" fmla="*/ 2314466 w 4724400"/>
              <a:gd name="connsiteY368" fmla="*/ 2680771 h 6857999"/>
              <a:gd name="connsiteX369" fmla="*/ 2386551 w 4724400"/>
              <a:gd name="connsiteY369" fmla="*/ 2642862 h 6857999"/>
              <a:gd name="connsiteX370" fmla="*/ 3646699 w 4724400"/>
              <a:gd name="connsiteY370" fmla="*/ 2390555 h 6857999"/>
              <a:gd name="connsiteX371" fmla="*/ 3645773 w 4724400"/>
              <a:gd name="connsiteY371" fmla="*/ 2392739 h 6857999"/>
              <a:gd name="connsiteX372" fmla="*/ 3649597 w 4724400"/>
              <a:gd name="connsiteY372" fmla="*/ 2394358 h 6857999"/>
              <a:gd name="connsiteX373" fmla="*/ 3646699 w 4724400"/>
              <a:gd name="connsiteY373" fmla="*/ 2390555 h 6857999"/>
              <a:gd name="connsiteX374" fmla="*/ 3038676 w 4724400"/>
              <a:gd name="connsiteY374" fmla="*/ 2118977 h 6857999"/>
              <a:gd name="connsiteX375" fmla="*/ 2963942 w 4724400"/>
              <a:gd name="connsiteY375" fmla="*/ 2525128 h 6857999"/>
              <a:gd name="connsiteX376" fmla="*/ 2923775 w 4724400"/>
              <a:gd name="connsiteY376" fmla="*/ 2667145 h 6857999"/>
              <a:gd name="connsiteX377" fmla="*/ 2887447 w 4724400"/>
              <a:gd name="connsiteY377" fmla="*/ 2832031 h 6857999"/>
              <a:gd name="connsiteX378" fmla="*/ 2868480 w 4724400"/>
              <a:gd name="connsiteY378" fmla="*/ 2927011 h 6857999"/>
              <a:gd name="connsiteX379" fmla="*/ 2921794 w 4724400"/>
              <a:gd name="connsiteY379" fmla="*/ 2782834 h 6857999"/>
              <a:gd name="connsiteX380" fmla="*/ 3038676 w 4724400"/>
              <a:gd name="connsiteY380" fmla="*/ 2118977 h 6857999"/>
              <a:gd name="connsiteX381" fmla="*/ 4070579 w 4724400"/>
              <a:gd name="connsiteY381" fmla="*/ 2090376 h 6857999"/>
              <a:gd name="connsiteX382" fmla="*/ 4109879 w 4724400"/>
              <a:gd name="connsiteY382" fmla="*/ 2228695 h 6857999"/>
              <a:gd name="connsiteX383" fmla="*/ 4119154 w 4724400"/>
              <a:gd name="connsiteY383" fmla="*/ 2266098 h 6857999"/>
              <a:gd name="connsiteX384" fmla="*/ 4141411 w 4724400"/>
              <a:gd name="connsiteY384" fmla="*/ 2353427 h 6857999"/>
              <a:gd name="connsiteX385" fmla="*/ 4293979 w 4724400"/>
              <a:gd name="connsiteY385" fmla="*/ 2703223 h 6857999"/>
              <a:gd name="connsiteX386" fmla="*/ 4410111 w 4724400"/>
              <a:gd name="connsiteY386" fmla="*/ 2947465 h 6857999"/>
              <a:gd name="connsiteX387" fmla="*/ 4070579 w 4724400"/>
              <a:gd name="connsiteY387" fmla="*/ 2090376 h 6857999"/>
              <a:gd name="connsiteX388" fmla="*/ 4020821 w 4724400"/>
              <a:gd name="connsiteY388" fmla="*/ 2034549 h 6857999"/>
              <a:gd name="connsiteX389" fmla="*/ 4372756 w 4724400"/>
              <a:gd name="connsiteY389" fmla="*/ 2932293 h 6857999"/>
              <a:gd name="connsiteX390" fmla="*/ 4268731 w 4724400"/>
              <a:gd name="connsiteY390" fmla="*/ 2715710 h 6857999"/>
              <a:gd name="connsiteX391" fmla="*/ 4113960 w 4724400"/>
              <a:gd name="connsiteY391" fmla="*/ 2360474 h 6857999"/>
              <a:gd name="connsiteX392" fmla="*/ 4090842 w 4724400"/>
              <a:gd name="connsiteY392" fmla="*/ 2272139 h 6857999"/>
              <a:gd name="connsiteX393" fmla="*/ 4081569 w 4724400"/>
              <a:gd name="connsiteY393" fmla="*/ 2234734 h 6857999"/>
              <a:gd name="connsiteX394" fmla="*/ 4020821 w 4724400"/>
              <a:gd name="connsiteY394" fmla="*/ 2034549 h 6857999"/>
              <a:gd name="connsiteX395" fmla="*/ 3001316 w 4724400"/>
              <a:gd name="connsiteY395" fmla="*/ 2032338 h 6857999"/>
              <a:gd name="connsiteX396" fmla="*/ 2953880 w 4724400"/>
              <a:gd name="connsiteY396" fmla="*/ 2185446 h 6857999"/>
              <a:gd name="connsiteX397" fmla="*/ 2883664 w 4724400"/>
              <a:gd name="connsiteY397" fmla="*/ 2591574 h 6857999"/>
              <a:gd name="connsiteX398" fmla="*/ 2826885 w 4724400"/>
              <a:gd name="connsiteY398" fmla="*/ 2991809 h 6857999"/>
              <a:gd name="connsiteX399" fmla="*/ 2860250 w 4724400"/>
              <a:gd name="connsiteY399" fmla="*/ 2826310 h 6857999"/>
              <a:gd name="connsiteX400" fmla="*/ 2896499 w 4724400"/>
              <a:gd name="connsiteY400" fmla="*/ 2660098 h 6857999"/>
              <a:gd name="connsiteX401" fmla="*/ 2937125 w 4724400"/>
              <a:gd name="connsiteY401" fmla="*/ 2516991 h 6857999"/>
              <a:gd name="connsiteX402" fmla="*/ 3010471 w 4724400"/>
              <a:gd name="connsiteY402" fmla="*/ 2114122 h 6857999"/>
              <a:gd name="connsiteX403" fmla="*/ 3001316 w 4724400"/>
              <a:gd name="connsiteY403" fmla="*/ 2032338 h 6857999"/>
              <a:gd name="connsiteX404" fmla="*/ 3105532 w 4724400"/>
              <a:gd name="connsiteY404" fmla="*/ 1991479 h 6857999"/>
              <a:gd name="connsiteX405" fmla="*/ 3599280 w 4724400"/>
              <a:gd name="connsiteY405" fmla="*/ 2371770 h 6857999"/>
              <a:gd name="connsiteX406" fmla="*/ 3105532 w 4724400"/>
              <a:gd name="connsiteY406" fmla="*/ 1991479 h 6857999"/>
              <a:gd name="connsiteX407" fmla="*/ 3111169 w 4724400"/>
              <a:gd name="connsiteY407" fmla="*/ 1962963 h 6857999"/>
              <a:gd name="connsiteX408" fmla="*/ 3606223 w 4724400"/>
              <a:gd name="connsiteY408" fmla="*/ 2338658 h 6857999"/>
              <a:gd name="connsiteX409" fmla="*/ 3111169 w 4724400"/>
              <a:gd name="connsiteY409" fmla="*/ 1962963 h 6857999"/>
              <a:gd name="connsiteX410" fmla="*/ 2050698 w 4724400"/>
              <a:gd name="connsiteY410" fmla="*/ 1338235 h 6857999"/>
              <a:gd name="connsiteX411" fmla="*/ 2370409 w 4724400"/>
              <a:gd name="connsiteY411" fmla="*/ 2272553 h 6857999"/>
              <a:gd name="connsiteX412" fmla="*/ 2338306 w 4724400"/>
              <a:gd name="connsiteY412" fmla="*/ 2159819 h 6857999"/>
              <a:gd name="connsiteX413" fmla="*/ 2334023 w 4724400"/>
              <a:gd name="connsiteY413" fmla="*/ 2142555 h 6857999"/>
              <a:gd name="connsiteX414" fmla="*/ 2161071 w 4724400"/>
              <a:gd name="connsiteY414" fmla="*/ 1617375 h 6857999"/>
              <a:gd name="connsiteX415" fmla="*/ 2130699 w 4724400"/>
              <a:gd name="connsiteY415" fmla="*/ 1544643 h 6857999"/>
              <a:gd name="connsiteX416" fmla="*/ 2050698 w 4724400"/>
              <a:gd name="connsiteY416" fmla="*/ 1338235 h 6857999"/>
              <a:gd name="connsiteX417" fmla="*/ 2060478 w 4724400"/>
              <a:gd name="connsiteY417" fmla="*/ 1278636 h 6857999"/>
              <a:gd name="connsiteX418" fmla="*/ 2156346 w 4724400"/>
              <a:gd name="connsiteY418" fmla="*/ 1534260 h 6857999"/>
              <a:gd name="connsiteX419" fmla="*/ 2187258 w 4724400"/>
              <a:gd name="connsiteY419" fmla="*/ 1607218 h 6857999"/>
              <a:gd name="connsiteX420" fmla="*/ 2358704 w 4724400"/>
              <a:gd name="connsiteY420" fmla="*/ 2125320 h 6857999"/>
              <a:gd name="connsiteX421" fmla="*/ 2233598 w 4724400"/>
              <a:gd name="connsiteY421" fmla="*/ 1646797 h 6857999"/>
              <a:gd name="connsiteX422" fmla="*/ 2060478 w 4724400"/>
              <a:gd name="connsiteY422" fmla="*/ 1278636 h 6857999"/>
              <a:gd name="connsiteX423" fmla="*/ 1974152 w 4724400"/>
              <a:gd name="connsiteY423" fmla="*/ 1245311 h 6857999"/>
              <a:gd name="connsiteX424" fmla="*/ 1811379 w 4724400"/>
              <a:gd name="connsiteY424" fmla="*/ 1406236 h 6857999"/>
              <a:gd name="connsiteX425" fmla="*/ 1767940 w 4724400"/>
              <a:gd name="connsiteY425" fmla="*/ 1546869 h 6857999"/>
              <a:gd name="connsiteX426" fmla="*/ 1796474 w 4724400"/>
              <a:gd name="connsiteY426" fmla="*/ 1557016 h 6857999"/>
              <a:gd name="connsiteX427" fmla="*/ 1974152 w 4724400"/>
              <a:gd name="connsiteY427" fmla="*/ 1245311 h 6857999"/>
              <a:gd name="connsiteX428" fmla="*/ 4681531 w 4724400"/>
              <a:gd name="connsiteY428" fmla="*/ 959050 h 6857999"/>
              <a:gd name="connsiteX429" fmla="*/ 4638064 w 4724400"/>
              <a:gd name="connsiteY429" fmla="*/ 1006960 h 6857999"/>
              <a:gd name="connsiteX430" fmla="*/ 4415502 w 4724400"/>
              <a:gd name="connsiteY430" fmla="*/ 1184424 h 6857999"/>
              <a:gd name="connsiteX431" fmla="*/ 4197574 w 4724400"/>
              <a:gd name="connsiteY431" fmla="*/ 1317493 h 6857999"/>
              <a:gd name="connsiteX432" fmla="*/ 4122737 w 4724400"/>
              <a:gd name="connsiteY432" fmla="*/ 1348256 h 6857999"/>
              <a:gd name="connsiteX433" fmla="*/ 4024988 w 4724400"/>
              <a:gd name="connsiteY433" fmla="*/ 1390573 h 6857999"/>
              <a:gd name="connsiteX434" fmla="*/ 4421265 w 4724400"/>
              <a:gd name="connsiteY434" fmla="*/ 1220988 h 6857999"/>
              <a:gd name="connsiteX435" fmla="*/ 4681531 w 4724400"/>
              <a:gd name="connsiteY435" fmla="*/ 959050 h 6857999"/>
              <a:gd name="connsiteX436" fmla="*/ 4722484 w 4724400"/>
              <a:gd name="connsiteY436" fmla="*/ 854709 h 6857999"/>
              <a:gd name="connsiteX437" fmla="*/ 4695347 w 4724400"/>
              <a:gd name="connsiteY437" fmla="*/ 879275 h 6857999"/>
              <a:gd name="connsiteX438" fmla="*/ 4253878 w 4724400"/>
              <a:gd name="connsiteY438" fmla="*/ 1216434 h 6857999"/>
              <a:gd name="connsiteX439" fmla="*/ 4213112 w 4724400"/>
              <a:gd name="connsiteY439" fmla="*/ 1239730 h 6857999"/>
              <a:gd name="connsiteX440" fmla="*/ 4037747 w 4724400"/>
              <a:gd name="connsiteY440" fmla="*/ 1352837 h 6857999"/>
              <a:gd name="connsiteX441" fmla="*/ 4113362 w 4724400"/>
              <a:gd name="connsiteY441" fmla="*/ 1321759 h 6857999"/>
              <a:gd name="connsiteX442" fmla="*/ 4186634 w 4724400"/>
              <a:gd name="connsiteY442" fmla="*/ 1291618 h 6857999"/>
              <a:gd name="connsiteX443" fmla="*/ 4399674 w 4724400"/>
              <a:gd name="connsiteY443" fmla="*/ 1160983 h 6857999"/>
              <a:gd name="connsiteX444" fmla="*/ 4618435 w 4724400"/>
              <a:gd name="connsiteY444" fmla="*/ 986418 h 6857999"/>
              <a:gd name="connsiteX445" fmla="*/ 4722484 w 4724400"/>
              <a:gd name="connsiteY445" fmla="*/ 854709 h 6857999"/>
              <a:gd name="connsiteX446" fmla="*/ 1456504 w 4724400"/>
              <a:gd name="connsiteY446" fmla="*/ 777000 h 6857999"/>
              <a:gd name="connsiteX447" fmla="*/ 1454399 w 4724400"/>
              <a:gd name="connsiteY447" fmla="*/ 794136 h 6857999"/>
              <a:gd name="connsiteX448" fmla="*/ 1448466 w 4724400"/>
              <a:gd name="connsiteY448" fmla="*/ 843129 h 6857999"/>
              <a:gd name="connsiteX449" fmla="*/ 1442252 w 4724400"/>
              <a:gd name="connsiteY449" fmla="*/ 1005313 h 6857999"/>
              <a:gd name="connsiteX450" fmla="*/ 1469382 w 4724400"/>
              <a:gd name="connsiteY450" fmla="*/ 1614896 h 6857999"/>
              <a:gd name="connsiteX451" fmla="*/ 1472106 w 4724400"/>
              <a:gd name="connsiteY451" fmla="*/ 1632791 h 6857999"/>
              <a:gd name="connsiteX452" fmla="*/ 1479091 w 4724400"/>
              <a:gd name="connsiteY452" fmla="*/ 1680170 h 6857999"/>
              <a:gd name="connsiteX453" fmla="*/ 1480043 w 4724400"/>
              <a:gd name="connsiteY453" fmla="*/ 1649028 h 6857999"/>
              <a:gd name="connsiteX454" fmla="*/ 1464087 w 4724400"/>
              <a:gd name="connsiteY454" fmla="*/ 871628 h 6857999"/>
              <a:gd name="connsiteX455" fmla="*/ 1462204 w 4724400"/>
              <a:gd name="connsiteY455" fmla="*/ 850229 h 6857999"/>
              <a:gd name="connsiteX456" fmla="*/ 1456504 w 4724400"/>
              <a:gd name="connsiteY456" fmla="*/ 777000 h 6857999"/>
              <a:gd name="connsiteX457" fmla="*/ 1483619 w 4724400"/>
              <a:gd name="connsiteY457" fmla="*/ 764662 h 6857999"/>
              <a:gd name="connsiteX458" fmla="*/ 1489670 w 4724400"/>
              <a:gd name="connsiteY458" fmla="*/ 847698 h 6857999"/>
              <a:gd name="connsiteX459" fmla="*/ 1491553 w 4724400"/>
              <a:gd name="connsiteY459" fmla="*/ 869097 h 6857999"/>
              <a:gd name="connsiteX460" fmla="*/ 1508481 w 4724400"/>
              <a:gd name="connsiteY460" fmla="*/ 1619865 h 6857999"/>
              <a:gd name="connsiteX461" fmla="*/ 1483619 w 4724400"/>
              <a:gd name="connsiteY461" fmla="*/ 764662 h 6857999"/>
              <a:gd name="connsiteX462" fmla="*/ 1430481 w 4724400"/>
              <a:gd name="connsiteY462" fmla="*/ 630137 h 6857999"/>
              <a:gd name="connsiteX463" fmla="*/ 1442495 w 4724400"/>
              <a:gd name="connsiteY463" fmla="*/ 1626691 h 6857999"/>
              <a:gd name="connsiteX464" fmla="*/ 1441222 w 4724400"/>
              <a:gd name="connsiteY464" fmla="*/ 1619067 h 6857999"/>
              <a:gd name="connsiteX465" fmla="*/ 1414069 w 4724400"/>
              <a:gd name="connsiteY465" fmla="*/ 1004967 h 6857999"/>
              <a:gd name="connsiteX466" fmla="*/ 1420665 w 4724400"/>
              <a:gd name="connsiteY466" fmla="*/ 840369 h 6857999"/>
              <a:gd name="connsiteX467" fmla="*/ 1426829 w 4724400"/>
              <a:gd name="connsiteY467" fmla="*/ 790831 h 6857999"/>
              <a:gd name="connsiteX468" fmla="*/ 1430481 w 4724400"/>
              <a:gd name="connsiteY468" fmla="*/ 630137 h 6857999"/>
              <a:gd name="connsiteX469" fmla="*/ 4023796 w 4724400"/>
              <a:gd name="connsiteY469" fmla="*/ 623931 h 6857999"/>
              <a:gd name="connsiteX470" fmla="*/ 3945729 w 4724400"/>
              <a:gd name="connsiteY470" fmla="*/ 662344 h 6857999"/>
              <a:gd name="connsiteX471" fmla="*/ 3498947 w 4724400"/>
              <a:gd name="connsiteY471" fmla="*/ 818916 h 6857999"/>
              <a:gd name="connsiteX472" fmla="*/ 3031283 w 4724400"/>
              <a:gd name="connsiteY472" fmla="*/ 1111507 h 6857999"/>
              <a:gd name="connsiteX473" fmla="*/ 3203692 w 4724400"/>
              <a:gd name="connsiteY473" fmla="*/ 1035777 h 6857999"/>
              <a:gd name="connsiteX474" fmla="*/ 3218294 w 4724400"/>
              <a:gd name="connsiteY474" fmla="*/ 1027151 h 6857999"/>
              <a:gd name="connsiteX475" fmla="*/ 3636737 w 4724400"/>
              <a:gd name="connsiteY475" fmla="*/ 817377 h 6857999"/>
              <a:gd name="connsiteX476" fmla="*/ 4023796 w 4724400"/>
              <a:gd name="connsiteY476" fmla="*/ 623931 h 6857999"/>
              <a:gd name="connsiteX477" fmla="*/ 3311704 w 4724400"/>
              <a:gd name="connsiteY477" fmla="*/ 584486 h 6857999"/>
              <a:gd name="connsiteX478" fmla="*/ 3190778 w 4724400"/>
              <a:gd name="connsiteY478" fmla="*/ 772788 h 6857999"/>
              <a:gd name="connsiteX479" fmla="*/ 3007981 w 4724400"/>
              <a:gd name="connsiteY479" fmla="*/ 1070739 h 6857999"/>
              <a:gd name="connsiteX480" fmla="*/ 3267578 w 4724400"/>
              <a:gd name="connsiteY480" fmla="*/ 693281 h 6857999"/>
              <a:gd name="connsiteX481" fmla="*/ 2664888 w 4724400"/>
              <a:gd name="connsiteY481" fmla="*/ 518596 h 6857999"/>
              <a:gd name="connsiteX482" fmla="*/ 2411865 w 4724400"/>
              <a:gd name="connsiteY482" fmla="*/ 567273 h 6857999"/>
              <a:gd name="connsiteX483" fmla="*/ 1896643 w 4724400"/>
              <a:gd name="connsiteY483" fmla="*/ 809468 h 6857999"/>
              <a:gd name="connsiteX484" fmla="*/ 1899055 w 4724400"/>
              <a:gd name="connsiteY484" fmla="*/ 809848 h 6857999"/>
              <a:gd name="connsiteX485" fmla="*/ 2446633 w 4724400"/>
              <a:gd name="connsiteY485" fmla="*/ 596159 h 6857999"/>
              <a:gd name="connsiteX486" fmla="*/ 2796924 w 4724400"/>
              <a:gd name="connsiteY486" fmla="*/ 501747 h 6857999"/>
              <a:gd name="connsiteX487" fmla="*/ 2455237 w 4724400"/>
              <a:gd name="connsiteY487" fmla="*/ 622979 h 6857999"/>
              <a:gd name="connsiteX488" fmla="*/ 1949308 w 4724400"/>
              <a:gd name="connsiteY488" fmla="*/ 818889 h 6857999"/>
              <a:gd name="connsiteX489" fmla="*/ 1950634 w 4724400"/>
              <a:gd name="connsiteY489" fmla="*/ 818810 h 6857999"/>
              <a:gd name="connsiteX490" fmla="*/ 2796924 w 4724400"/>
              <a:gd name="connsiteY490" fmla="*/ 501747 h 6857999"/>
              <a:gd name="connsiteX491" fmla="*/ 3335099 w 4724400"/>
              <a:gd name="connsiteY491" fmla="*/ 488163 h 6857999"/>
              <a:gd name="connsiteX492" fmla="*/ 3151139 w 4724400"/>
              <a:gd name="connsiteY492" fmla="*/ 734118 h 6857999"/>
              <a:gd name="connsiteX493" fmla="*/ 3136980 w 4724400"/>
              <a:gd name="connsiteY493" fmla="*/ 753877 h 6857999"/>
              <a:gd name="connsiteX494" fmla="*/ 3062043 w 4724400"/>
              <a:gd name="connsiteY494" fmla="*/ 867004 h 6857999"/>
              <a:gd name="connsiteX495" fmla="*/ 2994594 w 4724400"/>
              <a:gd name="connsiteY495" fmla="*/ 1035452 h 6857999"/>
              <a:gd name="connsiteX496" fmla="*/ 3167517 w 4724400"/>
              <a:gd name="connsiteY496" fmla="*/ 757788 h 6857999"/>
              <a:gd name="connsiteX497" fmla="*/ 3335099 w 4724400"/>
              <a:gd name="connsiteY497" fmla="*/ 488163 h 6857999"/>
              <a:gd name="connsiteX498" fmla="*/ 2891507 w 4724400"/>
              <a:gd name="connsiteY498" fmla="*/ 485136 h 6857999"/>
              <a:gd name="connsiteX499" fmla="*/ 2047508 w 4724400"/>
              <a:gd name="connsiteY499" fmla="*/ 825701 h 6857999"/>
              <a:gd name="connsiteX500" fmla="*/ 2891507 w 4724400"/>
              <a:gd name="connsiteY500" fmla="*/ 485136 h 6857999"/>
              <a:gd name="connsiteX501" fmla="*/ 4418489 w 4724400"/>
              <a:gd name="connsiteY501" fmla="*/ 483936 h 6857999"/>
              <a:gd name="connsiteX502" fmla="*/ 4155290 w 4724400"/>
              <a:gd name="connsiteY502" fmla="*/ 661575 h 6857999"/>
              <a:gd name="connsiteX503" fmla="*/ 3571040 w 4724400"/>
              <a:gd name="connsiteY503" fmla="*/ 996875 h 6857999"/>
              <a:gd name="connsiteX504" fmla="*/ 3093710 w 4724400"/>
              <a:gd name="connsiteY504" fmla="*/ 1145020 h 6857999"/>
              <a:gd name="connsiteX505" fmla="*/ 3207527 w 4724400"/>
              <a:gd name="connsiteY505" fmla="*/ 1163586 h 6857999"/>
              <a:gd name="connsiteX506" fmla="*/ 3652751 w 4724400"/>
              <a:gd name="connsiteY506" fmla="*/ 990907 h 6857999"/>
              <a:gd name="connsiteX507" fmla="*/ 4180906 w 4724400"/>
              <a:gd name="connsiteY507" fmla="*/ 680145 h 6857999"/>
              <a:gd name="connsiteX508" fmla="*/ 4418489 w 4724400"/>
              <a:gd name="connsiteY508" fmla="*/ 483936 h 6857999"/>
              <a:gd name="connsiteX509" fmla="*/ 3316944 w 4724400"/>
              <a:gd name="connsiteY509" fmla="*/ 465669 h 6857999"/>
              <a:gd name="connsiteX510" fmla="*/ 2958819 w 4724400"/>
              <a:gd name="connsiteY510" fmla="*/ 1062158 h 6857999"/>
              <a:gd name="connsiteX511" fmla="*/ 3004132 w 4724400"/>
              <a:gd name="connsiteY511" fmla="*/ 921679 h 6857999"/>
              <a:gd name="connsiteX512" fmla="*/ 3037224 w 4724400"/>
              <a:gd name="connsiteY512" fmla="*/ 852631 h 6857999"/>
              <a:gd name="connsiteX513" fmla="*/ 3114637 w 4724400"/>
              <a:gd name="connsiteY513" fmla="*/ 736692 h 6857999"/>
              <a:gd name="connsiteX514" fmla="*/ 3128801 w 4724400"/>
              <a:gd name="connsiteY514" fmla="*/ 716935 h 6857999"/>
              <a:gd name="connsiteX515" fmla="*/ 3316944 w 4724400"/>
              <a:gd name="connsiteY515" fmla="*/ 465669 h 6857999"/>
              <a:gd name="connsiteX516" fmla="*/ 4448894 w 4724400"/>
              <a:gd name="connsiteY516" fmla="*/ 422768 h 6857999"/>
              <a:gd name="connsiteX517" fmla="*/ 4235585 w 4724400"/>
              <a:gd name="connsiteY517" fmla="*/ 528178 h 6857999"/>
              <a:gd name="connsiteX518" fmla="*/ 4213155 w 4724400"/>
              <a:gd name="connsiteY518" fmla="*/ 543149 h 6857999"/>
              <a:gd name="connsiteX519" fmla="*/ 3649218 w 4724400"/>
              <a:gd name="connsiteY519" fmla="*/ 842623 h 6857999"/>
              <a:gd name="connsiteX520" fmla="*/ 3232564 w 4724400"/>
              <a:gd name="connsiteY520" fmla="*/ 1051220 h 6857999"/>
              <a:gd name="connsiteX521" fmla="*/ 3217970 w 4724400"/>
              <a:gd name="connsiteY521" fmla="*/ 1059849 h 6857999"/>
              <a:gd name="connsiteX522" fmla="*/ 3116688 w 4724400"/>
              <a:gd name="connsiteY522" fmla="*/ 1113543 h 6857999"/>
              <a:gd name="connsiteX523" fmla="*/ 3559098 w 4724400"/>
              <a:gd name="connsiteY523" fmla="*/ 971858 h 6857999"/>
              <a:gd name="connsiteX524" fmla="*/ 4140004 w 4724400"/>
              <a:gd name="connsiteY524" fmla="*/ 638368 h 6857999"/>
              <a:gd name="connsiteX525" fmla="*/ 4451852 w 4724400"/>
              <a:gd name="connsiteY525" fmla="*/ 423380 h 6857999"/>
              <a:gd name="connsiteX526" fmla="*/ 4448894 w 4724400"/>
              <a:gd name="connsiteY526" fmla="*/ 422768 h 6857999"/>
              <a:gd name="connsiteX527" fmla="*/ 680568 w 4724400"/>
              <a:gd name="connsiteY527" fmla="*/ 416949 h 6857999"/>
              <a:gd name="connsiteX528" fmla="*/ 394452 w 4724400"/>
              <a:gd name="connsiteY528" fmla="*/ 694330 h 6857999"/>
              <a:gd name="connsiteX529" fmla="*/ 340402 w 4724400"/>
              <a:gd name="connsiteY529" fmla="*/ 759654 h 6857999"/>
              <a:gd name="connsiteX530" fmla="*/ 827699 w 4724400"/>
              <a:gd name="connsiteY530" fmla="*/ 416143 h 6857999"/>
              <a:gd name="connsiteX531" fmla="*/ 841524 w 4724400"/>
              <a:gd name="connsiteY531" fmla="*/ 534021 h 6857999"/>
              <a:gd name="connsiteX532" fmla="*/ 825554 w 4724400"/>
              <a:gd name="connsiteY532" fmla="*/ 672115 h 6857999"/>
              <a:gd name="connsiteX533" fmla="*/ 811499 w 4724400"/>
              <a:gd name="connsiteY533" fmla="*/ 769176 h 6857999"/>
              <a:gd name="connsiteX534" fmla="*/ 841586 w 4724400"/>
              <a:gd name="connsiteY534" fmla="*/ 1060039 h 6857999"/>
              <a:gd name="connsiteX535" fmla="*/ 942912 w 4724400"/>
              <a:gd name="connsiteY535" fmla="*/ 1511108 h 6857999"/>
              <a:gd name="connsiteX536" fmla="*/ 884057 w 4724400"/>
              <a:gd name="connsiteY536" fmla="*/ 521768 h 6857999"/>
              <a:gd name="connsiteX537" fmla="*/ 827699 w 4724400"/>
              <a:gd name="connsiteY537" fmla="*/ 416143 h 6857999"/>
              <a:gd name="connsiteX538" fmla="*/ 798883 w 4724400"/>
              <a:gd name="connsiteY538" fmla="*/ 414244 h 6857999"/>
              <a:gd name="connsiteX539" fmla="*/ 875825 w 4724400"/>
              <a:gd name="connsiteY539" fmla="*/ 1357811 h 6857999"/>
              <a:gd name="connsiteX540" fmla="*/ 814514 w 4724400"/>
              <a:gd name="connsiteY540" fmla="*/ 1064671 h 6857999"/>
              <a:gd name="connsiteX541" fmla="*/ 783698 w 4724400"/>
              <a:gd name="connsiteY541" fmla="*/ 766414 h 6857999"/>
              <a:gd name="connsiteX542" fmla="*/ 798129 w 4724400"/>
              <a:gd name="connsiteY542" fmla="*/ 666939 h 6857999"/>
              <a:gd name="connsiteX543" fmla="*/ 813894 w 4724400"/>
              <a:gd name="connsiteY543" fmla="*/ 533909 h 6857999"/>
              <a:gd name="connsiteX544" fmla="*/ 798883 w 4724400"/>
              <a:gd name="connsiteY544" fmla="*/ 414244 h 6857999"/>
              <a:gd name="connsiteX545" fmla="*/ 673202 w 4724400"/>
              <a:gd name="connsiteY545" fmla="*/ 388720 h 6857999"/>
              <a:gd name="connsiteX546" fmla="*/ 392779 w 4724400"/>
              <a:gd name="connsiteY546" fmla="*/ 596411 h 6857999"/>
              <a:gd name="connsiteX547" fmla="*/ 270088 w 4724400"/>
              <a:gd name="connsiteY547" fmla="*/ 790400 h 6857999"/>
              <a:gd name="connsiteX548" fmla="*/ 259285 w 4724400"/>
              <a:gd name="connsiteY548" fmla="*/ 812869 h 6857999"/>
              <a:gd name="connsiteX549" fmla="*/ 372890 w 4724400"/>
              <a:gd name="connsiteY549" fmla="*/ 676832 h 6857999"/>
              <a:gd name="connsiteX550" fmla="*/ 673202 w 4724400"/>
              <a:gd name="connsiteY550" fmla="*/ 388720 h 6857999"/>
              <a:gd name="connsiteX551" fmla="*/ 1628210 w 4724400"/>
              <a:gd name="connsiteY551" fmla="*/ 0 h 6857999"/>
              <a:gd name="connsiteX552" fmla="*/ 1748399 w 4724400"/>
              <a:gd name="connsiteY552" fmla="*/ 0 h 6857999"/>
              <a:gd name="connsiteX553" fmla="*/ 1783391 w 4724400"/>
              <a:gd name="connsiteY553" fmla="*/ 17650 h 6857999"/>
              <a:gd name="connsiteX554" fmla="*/ 2084193 w 4724400"/>
              <a:gd name="connsiteY554" fmla="*/ 69947 h 6857999"/>
              <a:gd name="connsiteX555" fmla="*/ 2744101 w 4724400"/>
              <a:gd name="connsiteY555" fmla="*/ 15192 h 6857999"/>
              <a:gd name="connsiteX556" fmla="*/ 2197414 w 4724400"/>
              <a:gd name="connsiteY556" fmla="*/ 41266 h 6857999"/>
              <a:gd name="connsiteX557" fmla="*/ 1914967 w 4724400"/>
              <a:gd name="connsiteY557" fmla="*/ 18583 h 6857999"/>
              <a:gd name="connsiteX558" fmla="*/ 1815559 w 4724400"/>
              <a:gd name="connsiteY558" fmla="*/ 0 h 6857999"/>
              <a:gd name="connsiteX559" fmla="*/ 2001666 w 4724400"/>
              <a:gd name="connsiteY559" fmla="*/ 0 h 6857999"/>
              <a:gd name="connsiteX560" fmla="*/ 2036517 w 4724400"/>
              <a:gd name="connsiteY560" fmla="*/ 4274 h 6857999"/>
              <a:gd name="connsiteX561" fmla="*/ 2199623 w 4724400"/>
              <a:gd name="connsiteY561" fmla="*/ 13232 h 6857999"/>
              <a:gd name="connsiteX562" fmla="*/ 2420103 w 4724400"/>
              <a:gd name="connsiteY562" fmla="*/ 12601 h 6857999"/>
              <a:gd name="connsiteX563" fmla="*/ 2621330 w 4724400"/>
              <a:gd name="connsiteY563" fmla="*/ 0 h 6857999"/>
              <a:gd name="connsiteX564" fmla="*/ 3076571 w 4724400"/>
              <a:gd name="connsiteY564" fmla="*/ 0 h 6857999"/>
              <a:gd name="connsiteX565" fmla="*/ 2924796 w 4724400"/>
              <a:gd name="connsiteY565" fmla="*/ 36772 h 6857999"/>
              <a:gd name="connsiteX566" fmla="*/ 1946203 w 4724400"/>
              <a:gd name="connsiteY566" fmla="*/ 131277 h 6857999"/>
              <a:gd name="connsiteX567" fmla="*/ 1707026 w 4724400"/>
              <a:gd name="connsiteY567" fmla="*/ 44983 h 6857999"/>
              <a:gd name="connsiteX568" fmla="*/ 1007398 w 4724400"/>
              <a:gd name="connsiteY568" fmla="*/ 0 h 6857999"/>
              <a:gd name="connsiteX569" fmla="*/ 1105902 w 4724400"/>
              <a:gd name="connsiteY569" fmla="*/ 0 h 6857999"/>
              <a:gd name="connsiteX570" fmla="*/ 1191939 w 4724400"/>
              <a:gd name="connsiteY570" fmla="*/ 117664 h 6857999"/>
              <a:gd name="connsiteX571" fmla="*/ 1780907 w 4724400"/>
              <a:gd name="connsiteY571" fmla="*/ 743734 h 6857999"/>
              <a:gd name="connsiteX572" fmla="*/ 1841857 w 4724400"/>
              <a:gd name="connsiteY572" fmla="*/ 795932 h 6857999"/>
              <a:gd name="connsiteX573" fmla="*/ 2317896 w 4724400"/>
              <a:gd name="connsiteY573" fmla="*/ 530713 h 6857999"/>
              <a:gd name="connsiteX574" fmla="*/ 3015228 w 4724400"/>
              <a:gd name="connsiteY574" fmla="*/ 399738 h 6857999"/>
              <a:gd name="connsiteX575" fmla="*/ 3000782 w 4724400"/>
              <a:gd name="connsiteY575" fmla="*/ 461219 h 6857999"/>
              <a:gd name="connsiteX576" fmla="*/ 1963190 w 4724400"/>
              <a:gd name="connsiteY576" fmla="*/ 895589 h 6857999"/>
              <a:gd name="connsiteX577" fmla="*/ 2552180 w 4724400"/>
              <a:gd name="connsiteY577" fmla="*/ 1298815 h 6857999"/>
              <a:gd name="connsiteX578" fmla="*/ 2904618 w 4724400"/>
              <a:gd name="connsiteY578" fmla="*/ 1146081 h 6857999"/>
              <a:gd name="connsiteX579" fmla="*/ 3428829 w 4724400"/>
              <a:gd name="connsiteY579" fmla="*/ 310883 h 6857999"/>
              <a:gd name="connsiteX580" fmla="*/ 3452135 w 4724400"/>
              <a:gd name="connsiteY580" fmla="*/ 318176 h 6857999"/>
              <a:gd name="connsiteX581" fmla="*/ 3169464 w 4724400"/>
              <a:gd name="connsiteY581" fmla="*/ 935661 h 6857999"/>
              <a:gd name="connsiteX582" fmla="*/ 3049395 w 4724400"/>
              <a:gd name="connsiteY582" fmla="*/ 1070245 h 6857999"/>
              <a:gd name="connsiteX583" fmla="*/ 3401235 w 4724400"/>
              <a:gd name="connsiteY583" fmla="*/ 815534 h 6857999"/>
              <a:gd name="connsiteX584" fmla="*/ 4236947 w 4724400"/>
              <a:gd name="connsiteY584" fmla="*/ 465665 h 6857999"/>
              <a:gd name="connsiteX585" fmla="*/ 4565962 w 4724400"/>
              <a:gd name="connsiteY585" fmla="*/ 350012 h 6857999"/>
              <a:gd name="connsiteX586" fmla="*/ 4557937 w 4724400"/>
              <a:gd name="connsiteY586" fmla="*/ 382666 h 6857999"/>
              <a:gd name="connsiteX587" fmla="*/ 3621049 w 4724400"/>
              <a:gd name="connsiteY587" fmla="*/ 1056676 h 6857999"/>
              <a:gd name="connsiteX588" fmla="*/ 3094000 w 4724400"/>
              <a:gd name="connsiteY588" fmla="*/ 1229477 h 6857999"/>
              <a:gd name="connsiteX589" fmla="*/ 2813197 w 4724400"/>
              <a:gd name="connsiteY589" fmla="*/ 1263181 h 6857999"/>
              <a:gd name="connsiteX590" fmla="*/ 2615776 w 4724400"/>
              <a:gd name="connsiteY590" fmla="*/ 1334114 h 6857999"/>
              <a:gd name="connsiteX591" fmla="*/ 3364982 w 4724400"/>
              <a:gd name="connsiteY591" fmla="*/ 1687356 h 6857999"/>
              <a:gd name="connsiteX592" fmla="*/ 3371663 w 4724400"/>
              <a:gd name="connsiteY592" fmla="*/ 1683743 h 6857999"/>
              <a:gd name="connsiteX593" fmla="*/ 3883310 w 4724400"/>
              <a:gd name="connsiteY593" fmla="*/ 1443899 h 6857999"/>
              <a:gd name="connsiteX594" fmla="*/ 3892746 w 4724400"/>
              <a:gd name="connsiteY594" fmla="*/ 1429225 h 6857999"/>
              <a:gd name="connsiteX595" fmla="*/ 4699980 w 4724400"/>
              <a:gd name="connsiteY595" fmla="*/ 789523 h 6857999"/>
              <a:gd name="connsiteX596" fmla="*/ 4724400 w 4724400"/>
              <a:gd name="connsiteY596" fmla="*/ 769876 h 6857999"/>
              <a:gd name="connsiteX597" fmla="*/ 4724400 w 4724400"/>
              <a:gd name="connsiteY597" fmla="*/ 802845 h 6857999"/>
              <a:gd name="connsiteX598" fmla="*/ 4705958 w 4724400"/>
              <a:gd name="connsiteY598" fmla="*/ 821317 h 6857999"/>
              <a:gd name="connsiteX599" fmla="*/ 4649798 w 4724400"/>
              <a:gd name="connsiteY599" fmla="*/ 877374 h 6857999"/>
              <a:gd name="connsiteX600" fmla="*/ 4005326 w 4724400"/>
              <a:gd name="connsiteY600" fmla="*/ 1344259 h 6857999"/>
              <a:gd name="connsiteX601" fmla="*/ 4199378 w 4724400"/>
              <a:gd name="connsiteY601" fmla="*/ 1215889 h 6857999"/>
              <a:gd name="connsiteX602" fmla="*/ 4239600 w 4724400"/>
              <a:gd name="connsiteY602" fmla="*/ 1192361 h 6857999"/>
              <a:gd name="connsiteX603" fmla="*/ 4677037 w 4724400"/>
              <a:gd name="connsiteY603" fmla="*/ 858646 h 6857999"/>
              <a:gd name="connsiteX604" fmla="*/ 4724400 w 4724400"/>
              <a:gd name="connsiteY604" fmla="*/ 810414 h 6857999"/>
              <a:gd name="connsiteX605" fmla="*/ 4724400 w 4724400"/>
              <a:gd name="connsiteY605" fmla="*/ 916439 h 6857999"/>
              <a:gd name="connsiteX606" fmla="*/ 4683030 w 4724400"/>
              <a:gd name="connsiteY606" fmla="*/ 982925 h 6857999"/>
              <a:gd name="connsiteX607" fmla="*/ 3921884 w 4724400"/>
              <a:gd name="connsiteY607" fmla="*/ 1469889 h 6857999"/>
              <a:gd name="connsiteX608" fmla="*/ 3456136 w 4724400"/>
              <a:gd name="connsiteY608" fmla="*/ 1721439 h 6857999"/>
              <a:gd name="connsiteX609" fmla="*/ 3624313 w 4724400"/>
              <a:gd name="connsiteY609" fmla="*/ 1780406 h 6857999"/>
              <a:gd name="connsiteX610" fmla="*/ 4303638 w 4724400"/>
              <a:gd name="connsiteY610" fmla="*/ 1944400 h 6857999"/>
              <a:gd name="connsiteX611" fmla="*/ 4315566 w 4724400"/>
              <a:gd name="connsiteY611" fmla="*/ 1931422 h 6857999"/>
              <a:gd name="connsiteX612" fmla="*/ 4664388 w 4724400"/>
              <a:gd name="connsiteY612" fmla="*/ 1574357 h 6857999"/>
              <a:gd name="connsiteX613" fmla="*/ 4724400 w 4724400"/>
              <a:gd name="connsiteY613" fmla="*/ 1537429 h 6857999"/>
              <a:gd name="connsiteX614" fmla="*/ 4724400 w 4724400"/>
              <a:gd name="connsiteY614" fmla="*/ 1589108 h 6857999"/>
              <a:gd name="connsiteX615" fmla="*/ 4644505 w 4724400"/>
              <a:gd name="connsiteY615" fmla="*/ 1640352 h 6857999"/>
              <a:gd name="connsiteX616" fmla="*/ 4381603 w 4724400"/>
              <a:gd name="connsiteY616" fmla="*/ 1900149 h 6857999"/>
              <a:gd name="connsiteX617" fmla="*/ 4478726 w 4724400"/>
              <a:gd name="connsiteY617" fmla="*/ 1822808 h 6857999"/>
              <a:gd name="connsiteX618" fmla="*/ 4588263 w 4724400"/>
              <a:gd name="connsiteY618" fmla="*/ 1735914 h 6857999"/>
              <a:gd name="connsiteX619" fmla="*/ 4683216 w 4724400"/>
              <a:gd name="connsiteY619" fmla="*/ 1678902 h 6857999"/>
              <a:gd name="connsiteX620" fmla="*/ 4724400 w 4724400"/>
              <a:gd name="connsiteY620" fmla="*/ 1655121 h 6857999"/>
              <a:gd name="connsiteX621" fmla="*/ 4724400 w 4724400"/>
              <a:gd name="connsiteY621" fmla="*/ 1686869 h 6857999"/>
              <a:gd name="connsiteX622" fmla="*/ 4696172 w 4724400"/>
              <a:gd name="connsiteY622" fmla="*/ 1703058 h 6857999"/>
              <a:gd name="connsiteX623" fmla="*/ 4602997 w 4724400"/>
              <a:gd name="connsiteY623" fmla="*/ 1758893 h 6857999"/>
              <a:gd name="connsiteX624" fmla="*/ 4496021 w 4724400"/>
              <a:gd name="connsiteY624" fmla="*/ 1844299 h 6857999"/>
              <a:gd name="connsiteX625" fmla="*/ 4419004 w 4724400"/>
              <a:gd name="connsiteY625" fmla="*/ 1907617 h 6857999"/>
              <a:gd name="connsiteX626" fmla="*/ 4685975 w 4724400"/>
              <a:gd name="connsiteY626" fmla="*/ 1786372 h 6857999"/>
              <a:gd name="connsiteX627" fmla="*/ 4724400 w 4724400"/>
              <a:gd name="connsiteY627" fmla="*/ 1759693 h 6857999"/>
              <a:gd name="connsiteX628" fmla="*/ 4724400 w 4724400"/>
              <a:gd name="connsiteY628" fmla="*/ 1809459 h 6857999"/>
              <a:gd name="connsiteX629" fmla="*/ 4653762 w 4724400"/>
              <a:gd name="connsiteY629" fmla="*/ 1857561 h 6857999"/>
              <a:gd name="connsiteX630" fmla="*/ 4428349 w 4724400"/>
              <a:gd name="connsiteY630" fmla="*/ 1963079 h 6857999"/>
              <a:gd name="connsiteX631" fmla="*/ 4724400 w 4724400"/>
              <a:gd name="connsiteY631" fmla="*/ 1990579 h 6857999"/>
              <a:gd name="connsiteX632" fmla="*/ 4724400 w 4724400"/>
              <a:gd name="connsiteY632" fmla="*/ 2065582 h 6857999"/>
              <a:gd name="connsiteX633" fmla="*/ 4686318 w 4724400"/>
              <a:gd name="connsiteY633" fmla="*/ 2063926 h 6857999"/>
              <a:gd name="connsiteX634" fmla="*/ 4724400 w 4724400"/>
              <a:gd name="connsiteY634" fmla="*/ 2085104 h 6857999"/>
              <a:gd name="connsiteX635" fmla="*/ 4724400 w 4724400"/>
              <a:gd name="connsiteY635" fmla="*/ 2178471 h 6857999"/>
              <a:gd name="connsiteX636" fmla="*/ 4617755 w 4724400"/>
              <a:gd name="connsiteY636" fmla="*/ 2122457 h 6857999"/>
              <a:gd name="connsiteX637" fmla="*/ 4724400 w 4724400"/>
              <a:gd name="connsiteY637" fmla="*/ 2196158 h 6857999"/>
              <a:gd name="connsiteX638" fmla="*/ 4724400 w 4724400"/>
              <a:gd name="connsiteY638" fmla="*/ 2230374 h 6857999"/>
              <a:gd name="connsiteX639" fmla="*/ 4573637 w 4724400"/>
              <a:gd name="connsiteY639" fmla="*/ 2126309 h 6857999"/>
              <a:gd name="connsiteX640" fmla="*/ 4706850 w 4724400"/>
              <a:gd name="connsiteY640" fmla="*/ 2262541 h 6857999"/>
              <a:gd name="connsiteX641" fmla="*/ 4724400 w 4724400"/>
              <a:gd name="connsiteY641" fmla="*/ 2275857 h 6857999"/>
              <a:gd name="connsiteX642" fmla="*/ 4724400 w 4724400"/>
              <a:gd name="connsiteY642" fmla="*/ 2377131 h 6857999"/>
              <a:gd name="connsiteX643" fmla="*/ 4688201 w 4724400"/>
              <a:gd name="connsiteY643" fmla="*/ 2349925 h 6857999"/>
              <a:gd name="connsiteX644" fmla="*/ 4462564 w 4724400"/>
              <a:gd name="connsiteY644" fmla="*/ 2041945 h 6857999"/>
              <a:gd name="connsiteX645" fmla="*/ 4094167 w 4724400"/>
              <a:gd name="connsiteY645" fmla="*/ 1984479 h 6857999"/>
              <a:gd name="connsiteX646" fmla="*/ 4520397 w 4724400"/>
              <a:gd name="connsiteY646" fmla="*/ 3153822 h 6857999"/>
              <a:gd name="connsiteX647" fmla="*/ 4458958 w 4724400"/>
              <a:gd name="connsiteY647" fmla="*/ 3203134 h 6857999"/>
              <a:gd name="connsiteX648" fmla="*/ 3972830 w 4724400"/>
              <a:gd name="connsiteY648" fmla="*/ 1973028 h 6857999"/>
              <a:gd name="connsiteX649" fmla="*/ 3979154 w 4724400"/>
              <a:gd name="connsiteY649" fmla="*/ 1959605 h 6857999"/>
              <a:gd name="connsiteX650" fmla="*/ 3583051 w 4724400"/>
              <a:gd name="connsiteY650" fmla="*/ 1850495 h 6857999"/>
              <a:gd name="connsiteX651" fmla="*/ 2922360 w 4724400"/>
              <a:gd name="connsiteY651" fmla="*/ 1586232 h 6857999"/>
              <a:gd name="connsiteX652" fmla="*/ 3033099 w 4724400"/>
              <a:gd name="connsiteY652" fmla="*/ 1913175 h 6857999"/>
              <a:gd name="connsiteX653" fmla="*/ 3040214 w 4724400"/>
              <a:gd name="connsiteY653" fmla="*/ 1920694 h 6857999"/>
              <a:gd name="connsiteX654" fmla="*/ 3051308 w 4724400"/>
              <a:gd name="connsiteY654" fmla="*/ 1911226 h 6857999"/>
              <a:gd name="connsiteX655" fmla="*/ 3791335 w 4724400"/>
              <a:gd name="connsiteY655" fmla="*/ 2442781 h 6857999"/>
              <a:gd name="connsiteX656" fmla="*/ 3744063 w 4724400"/>
              <a:gd name="connsiteY656" fmla="*/ 2510325 h 6857999"/>
              <a:gd name="connsiteX657" fmla="*/ 3103695 w 4724400"/>
              <a:gd name="connsiteY657" fmla="*/ 2105302 h 6857999"/>
              <a:gd name="connsiteX658" fmla="*/ 2968137 w 4724400"/>
              <a:gd name="connsiteY658" fmla="*/ 2805672 h 6857999"/>
              <a:gd name="connsiteX659" fmla="*/ 2739231 w 4724400"/>
              <a:gd name="connsiteY659" fmla="*/ 3151701 h 6857999"/>
              <a:gd name="connsiteX660" fmla="*/ 2728882 w 4724400"/>
              <a:gd name="connsiteY660" fmla="*/ 3135084 h 6857999"/>
              <a:gd name="connsiteX661" fmla="*/ 2914282 w 4724400"/>
              <a:gd name="connsiteY661" fmla="*/ 2155807 h 6857999"/>
              <a:gd name="connsiteX662" fmla="*/ 2971660 w 4724400"/>
              <a:gd name="connsiteY662" fmla="*/ 1962486 h 6857999"/>
              <a:gd name="connsiteX663" fmla="*/ 2971809 w 4724400"/>
              <a:gd name="connsiteY663" fmla="*/ 1960615 h 6857999"/>
              <a:gd name="connsiteX664" fmla="*/ 2972315 w 4724400"/>
              <a:gd name="connsiteY664" fmla="*/ 1951821 h 6857999"/>
              <a:gd name="connsiteX665" fmla="*/ 2846641 w 4724400"/>
              <a:gd name="connsiteY665" fmla="*/ 1556749 h 6857999"/>
              <a:gd name="connsiteX666" fmla="*/ 2847461 w 4724400"/>
              <a:gd name="connsiteY666" fmla="*/ 1548729 h 6857999"/>
              <a:gd name="connsiteX667" fmla="*/ 2058558 w 4724400"/>
              <a:gd name="connsiteY667" fmla="*/ 1071804 h 6857999"/>
              <a:gd name="connsiteX668" fmla="*/ 2291089 w 4724400"/>
              <a:gd name="connsiteY668" fmla="*/ 1585512 h 6857999"/>
              <a:gd name="connsiteX669" fmla="*/ 2473792 w 4724400"/>
              <a:gd name="connsiteY669" fmla="*/ 2432858 h 6857999"/>
              <a:gd name="connsiteX670" fmla="*/ 2420124 w 4724400"/>
              <a:gd name="connsiteY670" fmla="*/ 2495762 h 6857999"/>
              <a:gd name="connsiteX671" fmla="*/ 2119846 w 4724400"/>
              <a:gd name="connsiteY671" fmla="*/ 1872898 h 6857999"/>
              <a:gd name="connsiteX672" fmla="*/ 1995210 w 4724400"/>
              <a:gd name="connsiteY672" fmla="*/ 1288346 h 6857999"/>
              <a:gd name="connsiteX673" fmla="*/ 1850975 w 4724400"/>
              <a:gd name="connsiteY673" fmla="*/ 1540820 h 6857999"/>
              <a:gd name="connsiteX674" fmla="*/ 1723490 w 4724400"/>
              <a:gd name="connsiteY674" fmla="*/ 1688355 h 6857999"/>
              <a:gd name="connsiteX675" fmla="*/ 1710157 w 4724400"/>
              <a:gd name="connsiteY675" fmla="*/ 1683354 h 6857999"/>
              <a:gd name="connsiteX676" fmla="*/ 1807265 w 4724400"/>
              <a:gd name="connsiteY676" fmla="*/ 1336896 h 6857999"/>
              <a:gd name="connsiteX677" fmla="*/ 2011049 w 4724400"/>
              <a:gd name="connsiteY677" fmla="*/ 1173376 h 6857999"/>
              <a:gd name="connsiteX678" fmla="*/ 2014681 w 4724400"/>
              <a:gd name="connsiteY678" fmla="*/ 1167830 h 6857999"/>
              <a:gd name="connsiteX679" fmla="*/ 1971037 w 4724400"/>
              <a:gd name="connsiteY679" fmla="*/ 1015438 h 6857999"/>
              <a:gd name="connsiteX680" fmla="*/ 1971858 w 4724400"/>
              <a:gd name="connsiteY680" fmla="*/ 1007420 h 6857999"/>
              <a:gd name="connsiteX681" fmla="*/ 1729505 w 4724400"/>
              <a:gd name="connsiteY681" fmla="*/ 808882 h 6857999"/>
              <a:gd name="connsiteX682" fmla="*/ 1506007 w 4724400"/>
              <a:gd name="connsiteY682" fmla="*/ 597733 h 6857999"/>
              <a:gd name="connsiteX683" fmla="*/ 1499912 w 4724400"/>
              <a:gd name="connsiteY683" fmla="*/ 1795211 h 6857999"/>
              <a:gd name="connsiteX684" fmla="*/ 1444926 w 4724400"/>
              <a:gd name="connsiteY684" fmla="*/ 1841464 h 6857999"/>
              <a:gd name="connsiteX685" fmla="*/ 1425791 w 4724400"/>
              <a:gd name="connsiteY685" fmla="*/ 572788 h 6857999"/>
              <a:gd name="connsiteX686" fmla="*/ 1435390 w 4724400"/>
              <a:gd name="connsiteY686" fmla="*/ 560750 h 6857999"/>
              <a:gd name="connsiteX687" fmla="*/ 1451502 w 4724400"/>
              <a:gd name="connsiteY687" fmla="*/ 542471 h 6857999"/>
              <a:gd name="connsiteX688" fmla="*/ 1194128 w 4724400"/>
              <a:gd name="connsiteY688" fmla="*/ 250903 h 6857999"/>
              <a:gd name="connsiteX689" fmla="*/ 890158 w 4724400"/>
              <a:gd name="connsiteY689" fmla="*/ 0 h 6857999"/>
              <a:gd name="connsiteX690" fmla="*/ 937892 w 4724400"/>
              <a:gd name="connsiteY690" fmla="*/ 0 h 6857999"/>
              <a:gd name="connsiteX691" fmla="*/ 924483 w 4724400"/>
              <a:gd name="connsiteY691" fmla="*/ 30495 h 6857999"/>
              <a:gd name="connsiteX692" fmla="*/ 872288 w 4724400"/>
              <a:gd name="connsiteY692" fmla="*/ 306259 h 6857999"/>
              <a:gd name="connsiteX693" fmla="*/ 1006247 w 4724400"/>
              <a:gd name="connsiteY693" fmla="*/ 727373 h 6857999"/>
              <a:gd name="connsiteX694" fmla="*/ 986481 w 4724400"/>
              <a:gd name="connsiteY694" fmla="*/ 1611960 h 6857999"/>
              <a:gd name="connsiteX695" fmla="*/ 928400 w 4724400"/>
              <a:gd name="connsiteY695" fmla="*/ 1663986 h 6857999"/>
              <a:gd name="connsiteX696" fmla="*/ 771281 w 4724400"/>
              <a:gd name="connsiteY696" fmla="*/ 368438 h 6857999"/>
              <a:gd name="connsiteX697" fmla="*/ 200540 w 4724400"/>
              <a:gd name="connsiteY697" fmla="*/ 942511 h 6857999"/>
              <a:gd name="connsiteX698" fmla="*/ 170253 w 4724400"/>
              <a:gd name="connsiteY698" fmla="*/ 942567 h 6857999"/>
              <a:gd name="connsiteX699" fmla="*/ 442049 w 4724400"/>
              <a:gd name="connsiteY699" fmla="*/ 489150 h 6857999"/>
              <a:gd name="connsiteX700" fmla="*/ 788582 w 4724400"/>
              <a:gd name="connsiteY700" fmla="*/ 301724 h 6857999"/>
              <a:gd name="connsiteX701" fmla="*/ 788312 w 4724400"/>
              <a:gd name="connsiteY701" fmla="*/ 276498 h 6857999"/>
              <a:gd name="connsiteX702" fmla="*/ 847625 w 4724400"/>
              <a:gd name="connsiteY702" fmla="*/ 89075 h 6857999"/>
              <a:gd name="connsiteX703" fmla="*/ 29788 w 4724400"/>
              <a:gd name="connsiteY703" fmla="*/ 0 h 6857999"/>
              <a:gd name="connsiteX704" fmla="*/ 93321 w 4724400"/>
              <a:gd name="connsiteY704" fmla="*/ 0 h 6857999"/>
              <a:gd name="connsiteX705" fmla="*/ 79142 w 4724400"/>
              <a:gd name="connsiteY705" fmla="*/ 68966 h 6857999"/>
              <a:gd name="connsiteX706" fmla="*/ 21253 w 4724400"/>
              <a:gd name="connsiteY706" fmla="*/ 535687 h 6857999"/>
              <a:gd name="connsiteX707" fmla="*/ 61909 w 4724400"/>
              <a:gd name="connsiteY707" fmla="*/ 380358 h 6857999"/>
              <a:gd name="connsiteX708" fmla="*/ 118339 w 4724400"/>
              <a:gd name="connsiteY708" fmla="*/ 184712 h 6857999"/>
              <a:gd name="connsiteX709" fmla="*/ 154192 w 4724400"/>
              <a:gd name="connsiteY709" fmla="*/ 87864 h 6857999"/>
              <a:gd name="connsiteX710" fmla="*/ 186604 w 4724400"/>
              <a:gd name="connsiteY710" fmla="*/ 0 h 6857999"/>
              <a:gd name="connsiteX711" fmla="*/ 216386 w 4724400"/>
              <a:gd name="connsiteY711" fmla="*/ 0 h 6857999"/>
              <a:gd name="connsiteX712" fmla="*/ 180314 w 4724400"/>
              <a:gd name="connsiteY712" fmla="*/ 97640 h 6857999"/>
              <a:gd name="connsiteX713" fmla="*/ 144924 w 4724400"/>
              <a:gd name="connsiteY713" fmla="*/ 193392 h 6857999"/>
              <a:gd name="connsiteX714" fmla="*/ 89413 w 4724400"/>
              <a:gd name="connsiteY714" fmla="*/ 386853 h 6857999"/>
              <a:gd name="connsiteX715" fmla="*/ 49686 w 4724400"/>
              <a:gd name="connsiteY715" fmla="*/ 539999 h 6857999"/>
              <a:gd name="connsiteX716" fmla="*/ 236604 w 4724400"/>
              <a:gd name="connsiteY716" fmla="*/ 152292 h 6857999"/>
              <a:gd name="connsiteX717" fmla="*/ 289375 w 4724400"/>
              <a:gd name="connsiteY717" fmla="*/ 0 h 6857999"/>
              <a:gd name="connsiteX718" fmla="*/ 369729 w 4724400"/>
              <a:gd name="connsiteY718" fmla="*/ 0 h 6857999"/>
              <a:gd name="connsiteX719" fmla="*/ 354160 w 4724400"/>
              <a:gd name="connsiteY719" fmla="*/ 65656 h 6857999"/>
              <a:gd name="connsiteX720" fmla="*/ 21325 w 4724400"/>
              <a:gd name="connsiteY720" fmla="*/ 763628 h 6857999"/>
              <a:gd name="connsiteX721" fmla="*/ 6426 w 4724400"/>
              <a:gd name="connsiteY721" fmla="*/ 785104 h 6857999"/>
              <a:gd name="connsiteX722" fmla="*/ 0 w 4724400"/>
              <a:gd name="connsiteY722" fmla="*/ 789215 h 6857999"/>
              <a:gd name="connsiteX723" fmla="*/ 0 w 4724400"/>
              <a:gd name="connsiteY723" fmla="*/ 163142 h 6857999"/>
              <a:gd name="connsiteX724" fmla="*/ 20220 w 4724400"/>
              <a:gd name="connsiteY724" fmla="*/ 3741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</a:cxnLst>
            <a:rect l="l" t="t" r="r" b="b"/>
            <a:pathLst>
              <a:path w="4724400" h="6857999">
                <a:moveTo>
                  <a:pt x="0" y="6805948"/>
                </a:moveTo>
                <a:lnTo>
                  <a:pt x="15600" y="6813099"/>
                </a:lnTo>
                <a:cubicBezTo>
                  <a:pt x="48179" y="6826367"/>
                  <a:pt x="82589" y="6838841"/>
                  <a:pt x="117632" y="6850060"/>
                </a:cubicBezTo>
                <a:lnTo>
                  <a:pt x="146175" y="6857998"/>
                </a:lnTo>
                <a:lnTo>
                  <a:pt x="54597" y="6857998"/>
                </a:lnTo>
                <a:lnTo>
                  <a:pt x="0" y="6831490"/>
                </a:lnTo>
                <a:close/>
                <a:moveTo>
                  <a:pt x="0" y="6736157"/>
                </a:moveTo>
                <a:lnTo>
                  <a:pt x="114811" y="6784122"/>
                </a:lnTo>
                <a:lnTo>
                  <a:pt x="138159" y="6793465"/>
                </a:lnTo>
                <a:cubicBezTo>
                  <a:pt x="184756" y="6812785"/>
                  <a:pt x="226800" y="6829482"/>
                  <a:pt x="270310" y="6840638"/>
                </a:cubicBezTo>
                <a:lnTo>
                  <a:pt x="358932" y="6857999"/>
                </a:lnTo>
                <a:lnTo>
                  <a:pt x="228496" y="6857999"/>
                </a:lnTo>
                <a:lnTo>
                  <a:pt x="126481" y="6821149"/>
                </a:lnTo>
                <a:lnTo>
                  <a:pt x="103134" y="6811799"/>
                </a:lnTo>
                <a:lnTo>
                  <a:pt x="0" y="6767913"/>
                </a:lnTo>
                <a:close/>
                <a:moveTo>
                  <a:pt x="2460543" y="6515312"/>
                </a:moveTo>
                <a:lnTo>
                  <a:pt x="2286201" y="6525103"/>
                </a:lnTo>
                <a:cubicBezTo>
                  <a:pt x="2228694" y="6528458"/>
                  <a:pt x="2169369" y="6531530"/>
                  <a:pt x="2110427" y="6532104"/>
                </a:cubicBezTo>
                <a:cubicBezTo>
                  <a:pt x="2058946" y="6532538"/>
                  <a:pt x="2007242" y="6530381"/>
                  <a:pt x="1956742" y="6528403"/>
                </a:cubicBezTo>
                <a:cubicBezTo>
                  <a:pt x="1815643" y="6523421"/>
                  <a:pt x="1669606" y="6518329"/>
                  <a:pt x="1534307" y="6560369"/>
                </a:cubicBezTo>
                <a:cubicBezTo>
                  <a:pt x="1506964" y="6568983"/>
                  <a:pt x="1480544" y="6579668"/>
                  <a:pt x="1454538" y="6591702"/>
                </a:cubicBezTo>
                <a:cubicBezTo>
                  <a:pt x="1508795" y="6597451"/>
                  <a:pt x="1564033" y="6600803"/>
                  <a:pt x="1619950" y="6599765"/>
                </a:cubicBezTo>
                <a:cubicBezTo>
                  <a:pt x="1760796" y="6598297"/>
                  <a:pt x="1904212" y="6576077"/>
                  <a:pt x="2044875" y="6563693"/>
                </a:cubicBezTo>
                <a:cubicBezTo>
                  <a:pt x="2158459" y="6554204"/>
                  <a:pt x="2431086" y="6537707"/>
                  <a:pt x="2460543" y="6515312"/>
                </a:cubicBezTo>
                <a:close/>
                <a:moveTo>
                  <a:pt x="1883620" y="6459370"/>
                </a:moveTo>
                <a:cubicBezTo>
                  <a:pt x="1757800" y="6463303"/>
                  <a:pt x="1630678" y="6481291"/>
                  <a:pt x="1532156" y="6529929"/>
                </a:cubicBezTo>
                <a:cubicBezTo>
                  <a:pt x="1670483" y="6488352"/>
                  <a:pt x="1816519" y="6493450"/>
                  <a:pt x="1958230" y="6498517"/>
                </a:cubicBezTo>
                <a:cubicBezTo>
                  <a:pt x="2008720" y="6500495"/>
                  <a:pt x="2060523" y="6502029"/>
                  <a:pt x="2110707" y="6502035"/>
                </a:cubicBezTo>
                <a:cubicBezTo>
                  <a:pt x="2168940" y="6501999"/>
                  <a:pt x="2227759" y="6498204"/>
                  <a:pt x="2285171" y="6495471"/>
                </a:cubicBezTo>
                <a:lnTo>
                  <a:pt x="2385179" y="6489665"/>
                </a:lnTo>
                <a:cubicBezTo>
                  <a:pt x="2348158" y="6484629"/>
                  <a:pt x="2296424" y="6478620"/>
                  <a:pt x="2227262" y="6473140"/>
                </a:cubicBezTo>
                <a:cubicBezTo>
                  <a:pt x="2133953" y="6465560"/>
                  <a:pt x="2009438" y="6455438"/>
                  <a:pt x="1883620" y="6459370"/>
                </a:cubicBezTo>
                <a:close/>
                <a:moveTo>
                  <a:pt x="1611255" y="5884754"/>
                </a:moveTo>
                <a:cubicBezTo>
                  <a:pt x="1475034" y="6070158"/>
                  <a:pt x="1320332" y="6315508"/>
                  <a:pt x="1357588" y="6496752"/>
                </a:cubicBezTo>
                <a:cubicBezTo>
                  <a:pt x="1404118" y="6270055"/>
                  <a:pt x="1507631" y="6063621"/>
                  <a:pt x="1611255" y="5884754"/>
                </a:cubicBezTo>
                <a:close/>
                <a:moveTo>
                  <a:pt x="1646205" y="5883072"/>
                </a:moveTo>
                <a:cubicBezTo>
                  <a:pt x="1542170" y="6060592"/>
                  <a:pt x="1436044" y="6267900"/>
                  <a:pt x="1387600" y="6494950"/>
                </a:cubicBezTo>
                <a:cubicBezTo>
                  <a:pt x="1504199" y="6300136"/>
                  <a:pt x="1601945" y="6103069"/>
                  <a:pt x="1646205" y="5883072"/>
                </a:cubicBezTo>
                <a:close/>
                <a:moveTo>
                  <a:pt x="0" y="5845526"/>
                </a:moveTo>
                <a:lnTo>
                  <a:pt x="23370" y="5869422"/>
                </a:lnTo>
                <a:cubicBezTo>
                  <a:pt x="131924" y="5985784"/>
                  <a:pt x="231640" y="6107018"/>
                  <a:pt x="321428" y="6212316"/>
                </a:cubicBezTo>
                <a:cubicBezTo>
                  <a:pt x="452682" y="6366340"/>
                  <a:pt x="578409" y="6507973"/>
                  <a:pt x="626000" y="6710671"/>
                </a:cubicBezTo>
                <a:cubicBezTo>
                  <a:pt x="638757" y="6764837"/>
                  <a:pt x="647619" y="6810078"/>
                  <a:pt x="661825" y="6854298"/>
                </a:cubicBezTo>
                <a:lnTo>
                  <a:pt x="663298" y="6857998"/>
                </a:lnTo>
                <a:lnTo>
                  <a:pt x="431765" y="6857998"/>
                </a:lnTo>
                <a:lnTo>
                  <a:pt x="293576" y="6816656"/>
                </a:lnTo>
                <a:cubicBezTo>
                  <a:pt x="240014" y="6798833"/>
                  <a:pt x="187020" y="6779815"/>
                  <a:pt x="134480" y="6760867"/>
                </a:cubicBezTo>
                <a:lnTo>
                  <a:pt x="0" y="6714215"/>
                </a:lnTo>
                <a:lnTo>
                  <a:pt x="0" y="6683873"/>
                </a:lnTo>
                <a:lnTo>
                  <a:pt x="143737" y="6732821"/>
                </a:lnTo>
                <a:cubicBezTo>
                  <a:pt x="255889" y="6773078"/>
                  <a:pt x="371066" y="6813801"/>
                  <a:pt x="488162" y="6842006"/>
                </a:cubicBezTo>
                <a:cubicBezTo>
                  <a:pt x="358293" y="6763794"/>
                  <a:pt x="187560" y="6705586"/>
                  <a:pt x="44855" y="6674734"/>
                </a:cubicBezTo>
                <a:lnTo>
                  <a:pt x="0" y="6668575"/>
                </a:lnTo>
                <a:lnTo>
                  <a:pt x="0" y="6628217"/>
                </a:lnTo>
                <a:lnTo>
                  <a:pt x="144942" y="6657611"/>
                </a:lnTo>
                <a:cubicBezTo>
                  <a:pt x="201726" y="6672044"/>
                  <a:pt x="257694" y="6689595"/>
                  <a:pt x="312446" y="6711283"/>
                </a:cubicBezTo>
                <a:cubicBezTo>
                  <a:pt x="343371" y="6723712"/>
                  <a:pt x="523593" y="6837187"/>
                  <a:pt x="477357" y="6799347"/>
                </a:cubicBezTo>
                <a:cubicBezTo>
                  <a:pt x="362978" y="6704934"/>
                  <a:pt x="237571" y="6617800"/>
                  <a:pt x="134228" y="6503934"/>
                </a:cubicBezTo>
                <a:lnTo>
                  <a:pt x="0" y="6334256"/>
                </a:lnTo>
                <a:lnTo>
                  <a:pt x="0" y="6221686"/>
                </a:lnTo>
                <a:lnTo>
                  <a:pt x="113296" y="6402069"/>
                </a:lnTo>
                <a:cubicBezTo>
                  <a:pt x="227569" y="6561808"/>
                  <a:pt x="381603" y="6676399"/>
                  <a:pt x="523262" y="6807025"/>
                </a:cubicBezTo>
                <a:cubicBezTo>
                  <a:pt x="495103" y="6748256"/>
                  <a:pt x="449573" y="6697712"/>
                  <a:pt x="404364" y="6649139"/>
                </a:cubicBezTo>
                <a:lnTo>
                  <a:pt x="392074" y="6636358"/>
                </a:lnTo>
                <a:cubicBezTo>
                  <a:pt x="280930" y="6516822"/>
                  <a:pt x="177660" y="6386311"/>
                  <a:pt x="77450" y="6260110"/>
                </a:cubicBezTo>
                <a:lnTo>
                  <a:pt x="0" y="6163634"/>
                </a:lnTo>
                <a:lnTo>
                  <a:pt x="0" y="6117703"/>
                </a:lnTo>
                <a:lnTo>
                  <a:pt x="99669" y="6240461"/>
                </a:lnTo>
                <a:cubicBezTo>
                  <a:pt x="199276" y="6366562"/>
                  <a:pt x="302033" y="6496348"/>
                  <a:pt x="412670" y="6615176"/>
                </a:cubicBezTo>
                <a:lnTo>
                  <a:pt x="424960" y="6627949"/>
                </a:lnTo>
                <a:cubicBezTo>
                  <a:pt x="452087" y="6657095"/>
                  <a:pt x="479817" y="6686334"/>
                  <a:pt x="504043" y="6718236"/>
                </a:cubicBezTo>
                <a:cubicBezTo>
                  <a:pt x="434583" y="6569208"/>
                  <a:pt x="350187" y="6428779"/>
                  <a:pt x="251759" y="6299011"/>
                </a:cubicBezTo>
                <a:cubicBezTo>
                  <a:pt x="180915" y="6205508"/>
                  <a:pt x="102557" y="6117579"/>
                  <a:pt x="21191" y="6033111"/>
                </a:cubicBezTo>
                <a:lnTo>
                  <a:pt x="0" y="6012219"/>
                </a:lnTo>
                <a:lnTo>
                  <a:pt x="0" y="5971257"/>
                </a:lnTo>
                <a:lnTo>
                  <a:pt x="41571" y="6012292"/>
                </a:lnTo>
                <a:cubicBezTo>
                  <a:pt x="123333" y="6097220"/>
                  <a:pt x="202225" y="6185713"/>
                  <a:pt x="273883" y="6279980"/>
                </a:cubicBezTo>
                <a:cubicBezTo>
                  <a:pt x="380040" y="6419905"/>
                  <a:pt x="469472" y="6571994"/>
                  <a:pt x="541341" y="6733560"/>
                </a:cubicBezTo>
                <a:cubicBezTo>
                  <a:pt x="542355" y="6694639"/>
                  <a:pt x="542948" y="6654374"/>
                  <a:pt x="531634" y="6610993"/>
                </a:cubicBezTo>
                <a:cubicBezTo>
                  <a:pt x="490540" y="6454784"/>
                  <a:pt x="347902" y="6314397"/>
                  <a:pt x="247554" y="6197148"/>
                </a:cubicBezTo>
                <a:cubicBezTo>
                  <a:pt x="178265" y="6115731"/>
                  <a:pt x="107245" y="6035491"/>
                  <a:pt x="33651" y="5957901"/>
                </a:cubicBezTo>
                <a:lnTo>
                  <a:pt x="0" y="5925131"/>
                </a:lnTo>
                <a:close/>
                <a:moveTo>
                  <a:pt x="1656340" y="5825040"/>
                </a:moveTo>
                <a:cubicBezTo>
                  <a:pt x="1655542" y="5826205"/>
                  <a:pt x="1654747" y="5827360"/>
                  <a:pt x="1653246" y="5829053"/>
                </a:cubicBezTo>
                <a:lnTo>
                  <a:pt x="1655667" y="5829425"/>
                </a:lnTo>
                <a:close/>
                <a:moveTo>
                  <a:pt x="2630124" y="5591852"/>
                </a:moveTo>
                <a:cubicBezTo>
                  <a:pt x="2477082" y="5593954"/>
                  <a:pt x="2324114" y="5611746"/>
                  <a:pt x="2177648" y="5630119"/>
                </a:cubicBezTo>
                <a:cubicBezTo>
                  <a:pt x="2143127" y="5634568"/>
                  <a:pt x="2109856" y="5639754"/>
                  <a:pt x="2076258" y="5650510"/>
                </a:cubicBezTo>
                <a:cubicBezTo>
                  <a:pt x="2082463" y="5662642"/>
                  <a:pt x="2162157" y="5633895"/>
                  <a:pt x="2214048" y="5629828"/>
                </a:cubicBezTo>
                <a:cubicBezTo>
                  <a:pt x="2501741" y="5609845"/>
                  <a:pt x="2805089" y="5655720"/>
                  <a:pt x="3090246" y="5601337"/>
                </a:cubicBezTo>
                <a:cubicBezTo>
                  <a:pt x="3006333" y="5611321"/>
                  <a:pt x="2919037" y="5605065"/>
                  <a:pt x="2834104" y="5598847"/>
                </a:cubicBezTo>
                <a:cubicBezTo>
                  <a:pt x="2816936" y="5597562"/>
                  <a:pt x="2799771" y="5596280"/>
                  <a:pt x="2782953" y="5595539"/>
                </a:cubicBezTo>
                <a:cubicBezTo>
                  <a:pt x="2732159" y="5592194"/>
                  <a:pt x="2681137" y="5591152"/>
                  <a:pt x="2630124" y="5591852"/>
                </a:cubicBezTo>
                <a:close/>
                <a:moveTo>
                  <a:pt x="2751064" y="5525300"/>
                </a:moveTo>
                <a:cubicBezTo>
                  <a:pt x="2704155" y="5524070"/>
                  <a:pt x="2658863" y="5525064"/>
                  <a:pt x="2618554" y="5525937"/>
                </a:cubicBezTo>
                <a:cubicBezTo>
                  <a:pt x="2508038" y="5528402"/>
                  <a:pt x="2408741" y="5531370"/>
                  <a:pt x="2311014" y="5550189"/>
                </a:cubicBezTo>
                <a:cubicBezTo>
                  <a:pt x="2246417" y="5562376"/>
                  <a:pt x="2186894" y="5581286"/>
                  <a:pt x="2134103" y="5605852"/>
                </a:cubicBezTo>
                <a:cubicBezTo>
                  <a:pt x="2147385" y="5603489"/>
                  <a:pt x="2160456" y="5602024"/>
                  <a:pt x="2174084" y="5600203"/>
                </a:cubicBezTo>
                <a:cubicBezTo>
                  <a:pt x="2370475" y="5575001"/>
                  <a:pt x="2579125" y="5551921"/>
                  <a:pt x="2785199" y="5564971"/>
                </a:cubicBezTo>
                <a:lnTo>
                  <a:pt x="2836697" y="5568822"/>
                </a:lnTo>
                <a:cubicBezTo>
                  <a:pt x="2913331" y="5574228"/>
                  <a:pt x="2991761" y="5580014"/>
                  <a:pt x="3066345" y="5573703"/>
                </a:cubicBezTo>
                <a:cubicBezTo>
                  <a:pt x="3036778" y="5568851"/>
                  <a:pt x="3007621" y="5562210"/>
                  <a:pt x="2978461" y="5555562"/>
                </a:cubicBezTo>
                <a:cubicBezTo>
                  <a:pt x="2950203" y="5549116"/>
                  <a:pt x="2921945" y="5542665"/>
                  <a:pt x="2893277" y="5538004"/>
                </a:cubicBezTo>
                <a:cubicBezTo>
                  <a:pt x="2846501" y="5529982"/>
                  <a:pt x="2797974" y="5526529"/>
                  <a:pt x="2751064" y="5525300"/>
                </a:cubicBezTo>
                <a:close/>
                <a:moveTo>
                  <a:pt x="2636807" y="5458317"/>
                </a:moveTo>
                <a:cubicBezTo>
                  <a:pt x="2511188" y="5456650"/>
                  <a:pt x="2361021" y="5479881"/>
                  <a:pt x="2236775" y="5536349"/>
                </a:cubicBezTo>
                <a:cubicBezTo>
                  <a:pt x="2259387" y="5530319"/>
                  <a:pt x="2281995" y="5524291"/>
                  <a:pt x="2306204" y="5519543"/>
                </a:cubicBezTo>
                <a:cubicBezTo>
                  <a:pt x="2406280" y="5500749"/>
                  <a:pt x="2506685" y="5497081"/>
                  <a:pt x="2619005" y="5494992"/>
                </a:cubicBezTo>
                <a:cubicBezTo>
                  <a:pt x="2701072" y="5493085"/>
                  <a:pt x="2803428" y="5491236"/>
                  <a:pt x="2899676" y="5507848"/>
                </a:cubicBezTo>
                <a:cubicBezTo>
                  <a:pt x="2928691" y="5513052"/>
                  <a:pt x="2957502" y="5519151"/>
                  <a:pt x="2986662" y="5525798"/>
                </a:cubicBezTo>
                <a:cubicBezTo>
                  <a:pt x="3025723" y="5534530"/>
                  <a:pt x="3063542" y="5542536"/>
                  <a:pt x="3101623" y="5547311"/>
                </a:cubicBezTo>
                <a:cubicBezTo>
                  <a:pt x="2954636" y="5490328"/>
                  <a:pt x="2792455" y="5460700"/>
                  <a:pt x="2636807" y="5458317"/>
                </a:cubicBezTo>
                <a:close/>
                <a:moveTo>
                  <a:pt x="0" y="5142496"/>
                </a:moveTo>
                <a:lnTo>
                  <a:pt x="127996" y="5201004"/>
                </a:lnTo>
                <a:cubicBezTo>
                  <a:pt x="360812" y="5325151"/>
                  <a:pt x="547980" y="5518563"/>
                  <a:pt x="661087" y="5790959"/>
                </a:cubicBezTo>
                <a:cubicBezTo>
                  <a:pt x="808965" y="5905246"/>
                  <a:pt x="932653" y="6044012"/>
                  <a:pt x="1029402" y="6204913"/>
                </a:cubicBezTo>
                <a:cubicBezTo>
                  <a:pt x="1035975" y="6141856"/>
                  <a:pt x="1034897" y="6159666"/>
                  <a:pt x="1046692" y="6015372"/>
                </a:cubicBezTo>
                <a:cubicBezTo>
                  <a:pt x="1068452" y="5749157"/>
                  <a:pt x="1080160" y="5533819"/>
                  <a:pt x="1024238" y="5336275"/>
                </a:cubicBezTo>
                <a:cubicBezTo>
                  <a:pt x="1039478" y="5267180"/>
                  <a:pt x="1107861" y="5351481"/>
                  <a:pt x="1138131" y="5600804"/>
                </a:cubicBezTo>
                <a:cubicBezTo>
                  <a:pt x="1140750" y="5745349"/>
                  <a:pt x="1138236" y="5891029"/>
                  <a:pt x="1127280" y="6039262"/>
                </a:cubicBezTo>
                <a:cubicBezTo>
                  <a:pt x="1108357" y="6291971"/>
                  <a:pt x="1074713" y="6543716"/>
                  <a:pt x="1026642" y="6792600"/>
                </a:cubicBezTo>
                <a:cubicBezTo>
                  <a:pt x="1130130" y="6727745"/>
                  <a:pt x="1224262" y="6639036"/>
                  <a:pt x="1327075" y="6590735"/>
                </a:cubicBezTo>
                <a:cubicBezTo>
                  <a:pt x="1328762" y="6587786"/>
                  <a:pt x="1331155" y="6584312"/>
                  <a:pt x="1332848" y="6581371"/>
                </a:cubicBezTo>
                <a:cubicBezTo>
                  <a:pt x="1327684" y="6578656"/>
                  <a:pt x="1322621" y="6575317"/>
                  <a:pt x="1320586" y="6572441"/>
                </a:cubicBezTo>
                <a:cubicBezTo>
                  <a:pt x="1127046" y="6311498"/>
                  <a:pt x="1526112" y="5858248"/>
                  <a:pt x="1669632" y="5665639"/>
                </a:cubicBezTo>
                <a:cubicBezTo>
                  <a:pt x="1682895" y="5647816"/>
                  <a:pt x="1749910" y="5675384"/>
                  <a:pt x="1749165" y="5696416"/>
                </a:cubicBezTo>
                <a:cubicBezTo>
                  <a:pt x="1740476" y="5983368"/>
                  <a:pt x="1637864" y="6228377"/>
                  <a:pt x="1502249" y="6466405"/>
                </a:cubicBezTo>
                <a:cubicBezTo>
                  <a:pt x="1725190" y="6382070"/>
                  <a:pt x="2047033" y="6424367"/>
                  <a:pt x="2238637" y="6419148"/>
                </a:cubicBezTo>
                <a:cubicBezTo>
                  <a:pt x="2408385" y="6415062"/>
                  <a:pt x="2531389" y="6424957"/>
                  <a:pt x="2642775" y="6563116"/>
                </a:cubicBezTo>
                <a:cubicBezTo>
                  <a:pt x="2652137" y="6574800"/>
                  <a:pt x="2636747" y="6578204"/>
                  <a:pt x="2628681" y="6578254"/>
                </a:cubicBezTo>
                <a:cubicBezTo>
                  <a:pt x="2285142" y="6584519"/>
                  <a:pt x="1943610" y="6642343"/>
                  <a:pt x="1600072" y="6648608"/>
                </a:cubicBezTo>
                <a:cubicBezTo>
                  <a:pt x="1541036" y="6649807"/>
                  <a:pt x="1450884" y="6627657"/>
                  <a:pt x="1391841" y="6641028"/>
                </a:cubicBezTo>
                <a:cubicBezTo>
                  <a:pt x="1391239" y="6640935"/>
                  <a:pt x="1390538" y="6641468"/>
                  <a:pt x="1389928" y="6641375"/>
                </a:cubicBezTo>
                <a:cubicBezTo>
                  <a:pt x="1386712" y="6642158"/>
                  <a:pt x="1383592" y="6642319"/>
                  <a:pt x="1380979" y="6643204"/>
                </a:cubicBezTo>
                <a:cubicBezTo>
                  <a:pt x="1295418" y="6670925"/>
                  <a:pt x="1201880" y="6759768"/>
                  <a:pt x="1108685" y="6824788"/>
                </a:cubicBezTo>
                <a:lnTo>
                  <a:pt x="1051559" y="6857998"/>
                </a:lnTo>
                <a:lnTo>
                  <a:pt x="925940" y="6857998"/>
                </a:lnTo>
                <a:lnTo>
                  <a:pt x="949746" y="6745652"/>
                </a:lnTo>
                <a:cubicBezTo>
                  <a:pt x="977694" y="6600749"/>
                  <a:pt x="1000382" y="6454800"/>
                  <a:pt x="1017902" y="6308216"/>
                </a:cubicBezTo>
                <a:cubicBezTo>
                  <a:pt x="1015769" y="6305964"/>
                  <a:pt x="1013539" y="6304343"/>
                  <a:pt x="1012614" y="6302278"/>
                </a:cubicBezTo>
                <a:cubicBezTo>
                  <a:pt x="921548" y="6120471"/>
                  <a:pt x="798037" y="5964433"/>
                  <a:pt x="644615" y="5837768"/>
                </a:cubicBezTo>
                <a:cubicBezTo>
                  <a:pt x="639869" y="5836403"/>
                  <a:pt x="633910" y="5834843"/>
                  <a:pt x="627546" y="5831943"/>
                </a:cubicBezTo>
                <a:cubicBezTo>
                  <a:pt x="440473" y="5751050"/>
                  <a:pt x="281887" y="5620709"/>
                  <a:pt x="128963" y="5481226"/>
                </a:cubicBezTo>
                <a:lnTo>
                  <a:pt x="0" y="5361850"/>
                </a:lnTo>
                <a:lnTo>
                  <a:pt x="0" y="5297634"/>
                </a:lnTo>
                <a:lnTo>
                  <a:pt x="40861" y="5333413"/>
                </a:lnTo>
                <a:cubicBezTo>
                  <a:pt x="193141" y="5476012"/>
                  <a:pt x="339724" y="5631340"/>
                  <a:pt x="514278" y="5738345"/>
                </a:cubicBezTo>
                <a:cubicBezTo>
                  <a:pt x="449538" y="5691903"/>
                  <a:pt x="392547" y="5631267"/>
                  <a:pt x="337180" y="5572174"/>
                </a:cubicBezTo>
                <a:cubicBezTo>
                  <a:pt x="326006" y="5560210"/>
                  <a:pt x="314833" y="5548247"/>
                  <a:pt x="303564" y="5536908"/>
                </a:cubicBezTo>
                <a:cubicBezTo>
                  <a:pt x="236878" y="5466783"/>
                  <a:pt x="163817" y="5402889"/>
                  <a:pt x="88496" y="5343132"/>
                </a:cubicBezTo>
                <a:lnTo>
                  <a:pt x="0" y="5277736"/>
                </a:lnTo>
                <a:lnTo>
                  <a:pt x="0" y="5241225"/>
                </a:lnTo>
                <a:lnTo>
                  <a:pt x="106479" y="5319780"/>
                </a:lnTo>
                <a:cubicBezTo>
                  <a:pt x="182485" y="5380123"/>
                  <a:pt x="256358" y="5444782"/>
                  <a:pt x="324159" y="5515717"/>
                </a:cubicBezTo>
                <a:lnTo>
                  <a:pt x="357680" y="5551608"/>
                </a:lnTo>
                <a:cubicBezTo>
                  <a:pt x="407763" y="5604773"/>
                  <a:pt x="458863" y="5659374"/>
                  <a:pt x="514810" y="5702551"/>
                </a:cubicBezTo>
                <a:cubicBezTo>
                  <a:pt x="497209" y="5679989"/>
                  <a:pt x="481008" y="5656366"/>
                  <a:pt x="464808" y="5632736"/>
                </a:cubicBezTo>
                <a:cubicBezTo>
                  <a:pt x="449112" y="5609836"/>
                  <a:pt x="433420" y="5586930"/>
                  <a:pt x="416327" y="5565087"/>
                </a:cubicBezTo>
                <a:cubicBezTo>
                  <a:pt x="361064" y="5493188"/>
                  <a:pt x="289546" y="5430331"/>
                  <a:pt x="232232" y="5379904"/>
                </a:cubicBezTo>
                <a:cubicBezTo>
                  <a:pt x="153617" y="5310828"/>
                  <a:pt x="82516" y="5249322"/>
                  <a:pt x="2640" y="5200559"/>
                </a:cubicBezTo>
                <a:lnTo>
                  <a:pt x="0" y="5199146"/>
                </a:lnTo>
                <a:lnTo>
                  <a:pt x="0" y="5164774"/>
                </a:lnTo>
                <a:lnTo>
                  <a:pt x="18363" y="5174783"/>
                </a:lnTo>
                <a:cubicBezTo>
                  <a:pt x="99860" y="5225071"/>
                  <a:pt x="172172" y="5286770"/>
                  <a:pt x="251810" y="5357281"/>
                </a:cubicBezTo>
                <a:cubicBezTo>
                  <a:pt x="310235" y="5408518"/>
                  <a:pt x="382775" y="5472816"/>
                  <a:pt x="439563" y="5546863"/>
                </a:cubicBezTo>
                <a:cubicBezTo>
                  <a:pt x="456560" y="5569331"/>
                  <a:pt x="472857" y="5592330"/>
                  <a:pt x="489056" y="5615961"/>
                </a:cubicBezTo>
                <a:cubicBezTo>
                  <a:pt x="510864" y="5647485"/>
                  <a:pt x="532257" y="5677676"/>
                  <a:pt x="555845" y="5705642"/>
                </a:cubicBezTo>
                <a:cubicBezTo>
                  <a:pt x="488800" y="5569150"/>
                  <a:pt x="394131" y="5443166"/>
                  <a:pt x="287056" y="5341546"/>
                </a:cubicBezTo>
                <a:cubicBezTo>
                  <a:pt x="222125" y="5280178"/>
                  <a:pt x="138844" y="5220320"/>
                  <a:pt x="49874" y="5178238"/>
                </a:cubicBezTo>
                <a:lnTo>
                  <a:pt x="0" y="5158623"/>
                </a:lnTo>
                <a:close/>
                <a:moveTo>
                  <a:pt x="4076694" y="4944364"/>
                </a:moveTo>
                <a:cubicBezTo>
                  <a:pt x="4092586" y="5180994"/>
                  <a:pt x="4134286" y="5476223"/>
                  <a:pt x="4287610" y="5588157"/>
                </a:cubicBezTo>
                <a:cubicBezTo>
                  <a:pt x="4171130" y="5382912"/>
                  <a:pt x="4114497" y="5153179"/>
                  <a:pt x="4076694" y="4944364"/>
                </a:cubicBezTo>
                <a:close/>
                <a:moveTo>
                  <a:pt x="4103808" y="4918599"/>
                </a:moveTo>
                <a:cubicBezTo>
                  <a:pt x="4140363" y="5126676"/>
                  <a:pt x="4195478" y="5358905"/>
                  <a:pt x="4310650" y="5565760"/>
                </a:cubicBezTo>
                <a:cubicBezTo>
                  <a:pt x="4272496" y="5335710"/>
                  <a:pt x="4217566" y="5117152"/>
                  <a:pt x="4103808" y="4918599"/>
                </a:cubicBezTo>
                <a:close/>
                <a:moveTo>
                  <a:pt x="4072554" y="4867303"/>
                </a:moveTo>
                <a:cubicBezTo>
                  <a:pt x="4072702" y="4868748"/>
                  <a:pt x="4072843" y="4870186"/>
                  <a:pt x="4072780" y="4872526"/>
                </a:cubicBezTo>
                <a:lnTo>
                  <a:pt x="4074990" y="4871112"/>
                </a:lnTo>
                <a:close/>
                <a:moveTo>
                  <a:pt x="3100062" y="4866948"/>
                </a:moveTo>
                <a:cubicBezTo>
                  <a:pt x="3054598" y="4867672"/>
                  <a:pt x="3008663" y="4872522"/>
                  <a:pt x="2963625" y="4877568"/>
                </a:cubicBezTo>
                <a:cubicBezTo>
                  <a:pt x="2913679" y="4883457"/>
                  <a:pt x="2861381" y="4889314"/>
                  <a:pt x="2809956" y="4889247"/>
                </a:cubicBezTo>
                <a:cubicBezTo>
                  <a:pt x="2768849" y="4889475"/>
                  <a:pt x="2727662" y="4885932"/>
                  <a:pt x="2688275" y="4882769"/>
                </a:cubicBezTo>
                <a:cubicBezTo>
                  <a:pt x="2660443" y="4880639"/>
                  <a:pt x="2632820" y="4877611"/>
                  <a:pt x="2605133" y="4876924"/>
                </a:cubicBezTo>
                <a:cubicBezTo>
                  <a:pt x="2542005" y="4874377"/>
                  <a:pt x="2477453" y="4878112"/>
                  <a:pt x="2414900" y="4881330"/>
                </a:cubicBezTo>
                <a:cubicBezTo>
                  <a:pt x="2350347" y="4885065"/>
                  <a:pt x="2283431" y="4888772"/>
                  <a:pt x="2217605" y="4885650"/>
                </a:cubicBezTo>
                <a:lnTo>
                  <a:pt x="2199332" y="4885075"/>
                </a:lnTo>
                <a:cubicBezTo>
                  <a:pt x="2179813" y="4883768"/>
                  <a:pt x="2160089" y="4883349"/>
                  <a:pt x="2141062" y="4884027"/>
                </a:cubicBezTo>
                <a:cubicBezTo>
                  <a:pt x="2279340" y="4906717"/>
                  <a:pt x="2418587" y="4927258"/>
                  <a:pt x="2558630" y="4938088"/>
                </a:cubicBezTo>
                <a:cubicBezTo>
                  <a:pt x="2750317" y="4954217"/>
                  <a:pt x="2921561" y="4921336"/>
                  <a:pt x="3100062" y="4866948"/>
                </a:cubicBezTo>
                <a:close/>
                <a:moveTo>
                  <a:pt x="2753415" y="4783657"/>
                </a:moveTo>
                <a:cubicBezTo>
                  <a:pt x="2715812" y="4782731"/>
                  <a:pt x="2677745" y="4783278"/>
                  <a:pt x="2639521" y="4785091"/>
                </a:cubicBezTo>
                <a:cubicBezTo>
                  <a:pt x="2486624" y="4792347"/>
                  <a:pt x="2331226" y="4819883"/>
                  <a:pt x="2193068" y="4854595"/>
                </a:cubicBezTo>
                <a:cubicBezTo>
                  <a:pt x="2196324" y="4854814"/>
                  <a:pt x="2198676" y="4854838"/>
                  <a:pt x="2201931" y="4855057"/>
                </a:cubicBezTo>
                <a:lnTo>
                  <a:pt x="2219654" y="4855986"/>
                </a:lnTo>
                <a:cubicBezTo>
                  <a:pt x="2283679" y="4858722"/>
                  <a:pt x="2350037" y="4855370"/>
                  <a:pt x="2413690" y="4851445"/>
                </a:cubicBezTo>
                <a:cubicBezTo>
                  <a:pt x="2476795" y="4847874"/>
                  <a:pt x="2542257" y="4844334"/>
                  <a:pt x="2606832" y="4846715"/>
                </a:cubicBezTo>
                <a:cubicBezTo>
                  <a:pt x="2634866" y="4847944"/>
                  <a:pt x="2663590" y="4850269"/>
                  <a:pt x="2691769" y="4852935"/>
                </a:cubicBezTo>
                <a:cubicBezTo>
                  <a:pt x="2730608" y="4856456"/>
                  <a:pt x="2771445" y="4859459"/>
                  <a:pt x="2811106" y="4859393"/>
                </a:cubicBezTo>
                <a:cubicBezTo>
                  <a:pt x="2860724" y="4859079"/>
                  <a:pt x="2912124" y="4853023"/>
                  <a:pt x="2961520" y="4847493"/>
                </a:cubicBezTo>
                <a:cubicBezTo>
                  <a:pt x="2997835" y="4843425"/>
                  <a:pt x="3034156" y="4839354"/>
                  <a:pt x="3070965" y="4837270"/>
                </a:cubicBezTo>
                <a:cubicBezTo>
                  <a:pt x="2974850" y="4802463"/>
                  <a:pt x="2866224" y="4786435"/>
                  <a:pt x="2753415" y="4783657"/>
                </a:cubicBezTo>
                <a:close/>
                <a:moveTo>
                  <a:pt x="2389654" y="4275904"/>
                </a:moveTo>
                <a:cubicBezTo>
                  <a:pt x="2058380" y="4300770"/>
                  <a:pt x="1773879" y="4364703"/>
                  <a:pt x="1522266" y="4472742"/>
                </a:cubicBezTo>
                <a:lnTo>
                  <a:pt x="1464014" y="4498508"/>
                </a:lnTo>
                <a:cubicBezTo>
                  <a:pt x="1435059" y="4511659"/>
                  <a:pt x="1405759" y="4524268"/>
                  <a:pt x="1376111" y="4536334"/>
                </a:cubicBezTo>
                <a:cubicBezTo>
                  <a:pt x="1422294" y="4522124"/>
                  <a:pt x="1470274" y="4508296"/>
                  <a:pt x="1498493" y="4502509"/>
                </a:cubicBezTo>
                <a:cubicBezTo>
                  <a:pt x="1608595" y="4481142"/>
                  <a:pt x="1719912" y="4468967"/>
                  <a:pt x="1831627" y="4454994"/>
                </a:cubicBezTo>
                <a:cubicBezTo>
                  <a:pt x="2034733" y="4429326"/>
                  <a:pt x="2186680" y="4317586"/>
                  <a:pt x="2389654" y="4275904"/>
                </a:cubicBezTo>
                <a:close/>
                <a:moveTo>
                  <a:pt x="2147582" y="4220499"/>
                </a:moveTo>
                <a:cubicBezTo>
                  <a:pt x="1947585" y="4228027"/>
                  <a:pt x="1746826" y="4329700"/>
                  <a:pt x="1556088" y="4425819"/>
                </a:cubicBezTo>
                <a:cubicBezTo>
                  <a:pt x="1788857" y="4332127"/>
                  <a:pt x="2048945" y="4273854"/>
                  <a:pt x="2346927" y="4248048"/>
                </a:cubicBezTo>
                <a:cubicBezTo>
                  <a:pt x="2280831" y="4225943"/>
                  <a:pt x="2214248" y="4217991"/>
                  <a:pt x="2147582" y="4220499"/>
                </a:cubicBezTo>
                <a:close/>
                <a:moveTo>
                  <a:pt x="1790494" y="3958602"/>
                </a:moveTo>
                <a:cubicBezTo>
                  <a:pt x="1546078" y="4006086"/>
                  <a:pt x="1301131" y="4060051"/>
                  <a:pt x="1059112" y="4119804"/>
                </a:cubicBezTo>
                <a:cubicBezTo>
                  <a:pt x="1314148" y="4123003"/>
                  <a:pt x="1558894" y="4069940"/>
                  <a:pt x="1790494" y="3958602"/>
                </a:cubicBezTo>
                <a:close/>
                <a:moveTo>
                  <a:pt x="3757613" y="3936722"/>
                </a:moveTo>
                <a:cubicBezTo>
                  <a:pt x="3739428" y="4022695"/>
                  <a:pt x="3726993" y="4110355"/>
                  <a:pt x="3715314" y="4196771"/>
                </a:cubicBezTo>
                <a:cubicBezTo>
                  <a:pt x="3696476" y="4335276"/>
                  <a:pt x="3677516" y="4478465"/>
                  <a:pt x="3631611" y="4613594"/>
                </a:cubicBezTo>
                <a:cubicBezTo>
                  <a:pt x="3620645" y="4645134"/>
                  <a:pt x="3608778" y="4676477"/>
                  <a:pt x="3596909" y="4707830"/>
                </a:cubicBezTo>
                <a:lnTo>
                  <a:pt x="3581749" y="4747418"/>
                </a:lnTo>
                <a:cubicBezTo>
                  <a:pt x="3554523" y="4819250"/>
                  <a:pt x="3531238" y="4892390"/>
                  <a:pt x="3510660" y="4966094"/>
                </a:cubicBezTo>
                <a:cubicBezTo>
                  <a:pt x="3748857" y="4678857"/>
                  <a:pt x="3755323" y="4300706"/>
                  <a:pt x="3757613" y="3936722"/>
                </a:cubicBezTo>
                <a:close/>
                <a:moveTo>
                  <a:pt x="1701387" y="3919232"/>
                </a:moveTo>
                <a:cubicBezTo>
                  <a:pt x="1507766" y="3912045"/>
                  <a:pt x="1320741" y="3989836"/>
                  <a:pt x="1136310" y="4068895"/>
                </a:cubicBezTo>
                <a:cubicBezTo>
                  <a:pt x="1350954" y="4017452"/>
                  <a:pt x="1568376" y="3970366"/>
                  <a:pt x="1784782" y="3927759"/>
                </a:cubicBezTo>
                <a:cubicBezTo>
                  <a:pt x="1756841" y="3923020"/>
                  <a:pt x="1729046" y="3920259"/>
                  <a:pt x="1701387" y="3919232"/>
                </a:cubicBezTo>
                <a:close/>
                <a:moveTo>
                  <a:pt x="3733405" y="3900089"/>
                </a:moveTo>
                <a:cubicBezTo>
                  <a:pt x="3597105" y="4216426"/>
                  <a:pt x="3490805" y="4541932"/>
                  <a:pt x="3500832" y="4885010"/>
                </a:cubicBezTo>
                <a:cubicBezTo>
                  <a:pt x="3516996" y="4834817"/>
                  <a:pt x="3533505" y="4785171"/>
                  <a:pt x="3552367" y="4735553"/>
                </a:cubicBezTo>
                <a:lnTo>
                  <a:pt x="3567525" y="4695966"/>
                </a:lnTo>
                <a:cubicBezTo>
                  <a:pt x="3579742" y="4665154"/>
                  <a:pt x="3591404" y="4634706"/>
                  <a:pt x="3602372" y="4603168"/>
                </a:cubicBezTo>
                <a:cubicBezTo>
                  <a:pt x="3647108" y="4471083"/>
                  <a:pt x="3666211" y="4329343"/>
                  <a:pt x="3684639" y="4192628"/>
                </a:cubicBezTo>
                <a:cubicBezTo>
                  <a:pt x="3697672" y="4096160"/>
                  <a:pt x="3710761" y="3997344"/>
                  <a:pt x="3733405" y="3900089"/>
                </a:cubicBezTo>
                <a:close/>
                <a:moveTo>
                  <a:pt x="2800959" y="3871054"/>
                </a:moveTo>
                <a:cubicBezTo>
                  <a:pt x="2809421" y="4100939"/>
                  <a:pt x="2907977" y="4306148"/>
                  <a:pt x="3026569" y="4520780"/>
                </a:cubicBezTo>
                <a:cubicBezTo>
                  <a:pt x="2979577" y="4399850"/>
                  <a:pt x="2933143" y="4278562"/>
                  <a:pt x="2889061" y="4157302"/>
                </a:cubicBezTo>
                <a:cubicBezTo>
                  <a:pt x="2854271" y="4061517"/>
                  <a:pt x="2821632" y="3966669"/>
                  <a:pt x="2800959" y="3871054"/>
                </a:cubicBezTo>
                <a:close/>
                <a:moveTo>
                  <a:pt x="2809929" y="3701307"/>
                </a:moveTo>
                <a:cubicBezTo>
                  <a:pt x="2809867" y="3703640"/>
                  <a:pt x="2809253" y="3706334"/>
                  <a:pt x="2809197" y="3708672"/>
                </a:cubicBezTo>
                <a:cubicBezTo>
                  <a:pt x="2816609" y="3854149"/>
                  <a:pt x="2864235" y="3999199"/>
                  <a:pt x="2918306" y="4147031"/>
                </a:cubicBezTo>
                <a:cubicBezTo>
                  <a:pt x="2966436" y="4279493"/>
                  <a:pt x="3017273" y="4412529"/>
                  <a:pt x="3068858" y="4544310"/>
                </a:cubicBezTo>
                <a:cubicBezTo>
                  <a:pt x="3069715" y="4408107"/>
                  <a:pt x="3008952" y="4266858"/>
                  <a:pt x="2968879" y="4144570"/>
                </a:cubicBezTo>
                <a:cubicBezTo>
                  <a:pt x="2919376" y="3995354"/>
                  <a:pt x="2865655" y="3848072"/>
                  <a:pt x="2809929" y="3701307"/>
                </a:cubicBezTo>
                <a:close/>
                <a:moveTo>
                  <a:pt x="1867196" y="3456584"/>
                </a:moveTo>
                <a:cubicBezTo>
                  <a:pt x="1939275" y="3608228"/>
                  <a:pt x="2036188" y="3758542"/>
                  <a:pt x="2183970" y="3826505"/>
                </a:cubicBezTo>
                <a:cubicBezTo>
                  <a:pt x="2092208" y="3686686"/>
                  <a:pt x="1989300" y="3564734"/>
                  <a:pt x="1867196" y="3456584"/>
                </a:cubicBezTo>
                <a:close/>
                <a:moveTo>
                  <a:pt x="2322880" y="3078533"/>
                </a:moveTo>
                <a:cubicBezTo>
                  <a:pt x="2314902" y="3134217"/>
                  <a:pt x="2306026" y="3189710"/>
                  <a:pt x="2295695" y="3245370"/>
                </a:cubicBezTo>
                <a:cubicBezTo>
                  <a:pt x="2262659" y="3421320"/>
                  <a:pt x="2225570" y="3586065"/>
                  <a:pt x="2268858" y="3758413"/>
                </a:cubicBezTo>
                <a:cubicBezTo>
                  <a:pt x="2273785" y="3680922"/>
                  <a:pt x="2284872" y="3603320"/>
                  <a:pt x="2295899" y="3528057"/>
                </a:cubicBezTo>
                <a:cubicBezTo>
                  <a:pt x="2310584" y="3430521"/>
                  <a:pt x="2325878" y="3330298"/>
                  <a:pt x="2326306" y="3231157"/>
                </a:cubicBezTo>
                <a:cubicBezTo>
                  <a:pt x="2326349" y="3202011"/>
                  <a:pt x="2325135" y="3172131"/>
                  <a:pt x="2324274" y="3142788"/>
                </a:cubicBezTo>
                <a:cubicBezTo>
                  <a:pt x="2323575" y="3121009"/>
                  <a:pt x="2323232" y="3099770"/>
                  <a:pt x="2322880" y="3078533"/>
                </a:cubicBezTo>
                <a:close/>
                <a:moveTo>
                  <a:pt x="912797" y="2896659"/>
                </a:moveTo>
                <a:cubicBezTo>
                  <a:pt x="987675" y="3038078"/>
                  <a:pt x="1077553" y="3173735"/>
                  <a:pt x="1167201" y="3304169"/>
                </a:cubicBezTo>
                <a:cubicBezTo>
                  <a:pt x="1258595" y="3437326"/>
                  <a:pt x="1353896" y="3600936"/>
                  <a:pt x="1503848" y="3675946"/>
                </a:cubicBezTo>
                <a:cubicBezTo>
                  <a:pt x="1443175" y="3621244"/>
                  <a:pt x="1397337" y="3553231"/>
                  <a:pt x="1353091" y="3486482"/>
                </a:cubicBezTo>
                <a:cubicBezTo>
                  <a:pt x="1348731" y="3480073"/>
                  <a:pt x="1344372" y="3473665"/>
                  <a:pt x="1340012" y="3467256"/>
                </a:cubicBezTo>
                <a:cubicBezTo>
                  <a:pt x="1259674" y="3347730"/>
                  <a:pt x="1172762" y="3230102"/>
                  <a:pt x="1089196" y="3116474"/>
                </a:cubicBezTo>
                <a:cubicBezTo>
                  <a:pt x="1048102" y="3060746"/>
                  <a:pt x="1005067" y="3003195"/>
                  <a:pt x="959418" y="2948853"/>
                </a:cubicBezTo>
                <a:cubicBezTo>
                  <a:pt x="944128" y="2931040"/>
                  <a:pt x="928639" y="2914119"/>
                  <a:pt x="912797" y="2896659"/>
                </a:cubicBezTo>
                <a:close/>
                <a:moveTo>
                  <a:pt x="2363420" y="2871730"/>
                </a:moveTo>
                <a:lnTo>
                  <a:pt x="2360107" y="2915231"/>
                </a:lnTo>
                <a:cubicBezTo>
                  <a:pt x="2356940" y="2960178"/>
                  <a:pt x="2353568" y="3006017"/>
                  <a:pt x="2353099" y="3051540"/>
                </a:cubicBezTo>
                <a:cubicBezTo>
                  <a:pt x="2352858" y="3081589"/>
                  <a:pt x="2354064" y="3111470"/>
                  <a:pt x="2354925" y="3140814"/>
                </a:cubicBezTo>
                <a:cubicBezTo>
                  <a:pt x="2356138" y="3170696"/>
                  <a:pt x="2357347" y="3200579"/>
                  <a:pt x="2357104" y="3230628"/>
                </a:cubicBezTo>
                <a:cubicBezTo>
                  <a:pt x="2356269" y="3331557"/>
                  <a:pt x="2341112" y="3433224"/>
                  <a:pt x="2326221" y="3531652"/>
                </a:cubicBezTo>
                <a:cubicBezTo>
                  <a:pt x="2315466" y="3603683"/>
                  <a:pt x="2304846" y="3677150"/>
                  <a:pt x="2299836" y="3750864"/>
                </a:cubicBezTo>
                <a:cubicBezTo>
                  <a:pt x="2315186" y="3724954"/>
                  <a:pt x="2331840" y="3697443"/>
                  <a:pt x="2346877" y="3662531"/>
                </a:cubicBezTo>
                <a:cubicBezTo>
                  <a:pt x="2459154" y="3406015"/>
                  <a:pt x="2424454" y="3133900"/>
                  <a:pt x="2363420" y="2871730"/>
                </a:cubicBezTo>
                <a:close/>
                <a:moveTo>
                  <a:pt x="912921" y="2850596"/>
                </a:moveTo>
                <a:cubicBezTo>
                  <a:pt x="936881" y="2875897"/>
                  <a:pt x="961194" y="2901731"/>
                  <a:pt x="983846" y="2928627"/>
                </a:cubicBezTo>
                <a:cubicBezTo>
                  <a:pt x="1029846" y="2983517"/>
                  <a:pt x="1073228" y="3041610"/>
                  <a:pt x="1114669" y="3097880"/>
                </a:cubicBezTo>
                <a:cubicBezTo>
                  <a:pt x="1199144" y="3211700"/>
                  <a:pt x="1286398" y="3329876"/>
                  <a:pt x="1366183" y="3449753"/>
                </a:cubicBezTo>
                <a:cubicBezTo>
                  <a:pt x="1370543" y="3456162"/>
                  <a:pt x="1374903" y="3462572"/>
                  <a:pt x="1379263" y="3468981"/>
                </a:cubicBezTo>
                <a:cubicBezTo>
                  <a:pt x="1414114" y="3521040"/>
                  <a:pt x="1450010" y="3574725"/>
                  <a:pt x="1492446" y="3620389"/>
                </a:cubicBezTo>
                <a:cubicBezTo>
                  <a:pt x="1379640" y="3316219"/>
                  <a:pt x="1197433" y="3014288"/>
                  <a:pt x="912921" y="2850596"/>
                </a:cubicBezTo>
                <a:close/>
                <a:moveTo>
                  <a:pt x="2386551" y="2642862"/>
                </a:moveTo>
                <a:cubicBezTo>
                  <a:pt x="2394776" y="2644690"/>
                  <a:pt x="2401148" y="2649859"/>
                  <a:pt x="2403741" y="2659697"/>
                </a:cubicBezTo>
                <a:cubicBezTo>
                  <a:pt x="2468949" y="2907705"/>
                  <a:pt x="2536818" y="3164740"/>
                  <a:pt x="2499078" y="3423399"/>
                </a:cubicBezTo>
                <a:cubicBezTo>
                  <a:pt x="2484124" y="3524170"/>
                  <a:pt x="2447241" y="3605244"/>
                  <a:pt x="2413232" y="3700562"/>
                </a:cubicBezTo>
                <a:cubicBezTo>
                  <a:pt x="2350039" y="3880472"/>
                  <a:pt x="2357716" y="4002022"/>
                  <a:pt x="2428424" y="4178295"/>
                </a:cubicBezTo>
                <a:cubicBezTo>
                  <a:pt x="2600434" y="4289020"/>
                  <a:pt x="2768104" y="4406341"/>
                  <a:pt x="2927779" y="4531843"/>
                </a:cubicBezTo>
                <a:cubicBezTo>
                  <a:pt x="2760215" y="4223610"/>
                  <a:pt x="2637267" y="3926696"/>
                  <a:pt x="2758380" y="3561061"/>
                </a:cubicBezTo>
                <a:cubicBezTo>
                  <a:pt x="2765639" y="3539559"/>
                  <a:pt x="2835782" y="3509255"/>
                  <a:pt x="2846610" y="3538353"/>
                </a:cubicBezTo>
                <a:cubicBezTo>
                  <a:pt x="2941134" y="3779872"/>
                  <a:pt x="3029996" y="4023472"/>
                  <a:pt x="3106063" y="4271430"/>
                </a:cubicBezTo>
                <a:cubicBezTo>
                  <a:pt x="3150638" y="4415363"/>
                  <a:pt x="3185704" y="4549296"/>
                  <a:pt x="3116136" y="4688819"/>
                </a:cubicBezTo>
                <a:cubicBezTo>
                  <a:pt x="3218309" y="4776757"/>
                  <a:pt x="3317100" y="4869157"/>
                  <a:pt x="3412872" y="4966558"/>
                </a:cubicBezTo>
                <a:cubicBezTo>
                  <a:pt x="3381456" y="4499967"/>
                  <a:pt x="3566630" y="4066538"/>
                  <a:pt x="3763612" y="3645474"/>
                </a:cubicBezTo>
                <a:cubicBezTo>
                  <a:pt x="3774538" y="3622394"/>
                  <a:pt x="3852109" y="3598841"/>
                  <a:pt x="3850165" y="3638405"/>
                </a:cubicBezTo>
                <a:cubicBezTo>
                  <a:pt x="3828358" y="4125233"/>
                  <a:pt x="3904636" y="4676562"/>
                  <a:pt x="3515311" y="5051260"/>
                </a:cubicBezTo>
                <a:cubicBezTo>
                  <a:pt x="3511789" y="5054277"/>
                  <a:pt x="3506819" y="5057456"/>
                  <a:pt x="3501147" y="5059552"/>
                </a:cubicBezTo>
                <a:cubicBezTo>
                  <a:pt x="3601520" y="5167803"/>
                  <a:pt x="3698516" y="5280511"/>
                  <a:pt x="3790420" y="5401078"/>
                </a:cubicBezTo>
                <a:cubicBezTo>
                  <a:pt x="3946901" y="5606795"/>
                  <a:pt x="4090825" y="5822089"/>
                  <a:pt x="4221141" y="6045312"/>
                </a:cubicBezTo>
                <a:cubicBezTo>
                  <a:pt x="4260726" y="5923422"/>
                  <a:pt x="4276533" y="5789920"/>
                  <a:pt x="4326825" y="5681109"/>
                </a:cubicBezTo>
                <a:cubicBezTo>
                  <a:pt x="4326185" y="5677682"/>
                  <a:pt x="4325759" y="5673360"/>
                  <a:pt x="4325127" y="5669934"/>
                </a:cubicBezTo>
                <a:cubicBezTo>
                  <a:pt x="4319106" y="5671483"/>
                  <a:pt x="4312744" y="5672486"/>
                  <a:pt x="4309144" y="5671723"/>
                </a:cubicBezTo>
                <a:cubicBezTo>
                  <a:pt x="3975286" y="5608574"/>
                  <a:pt x="3989836" y="4983823"/>
                  <a:pt x="3974946" y="4736592"/>
                </a:cubicBezTo>
                <a:cubicBezTo>
                  <a:pt x="3973555" y="4713728"/>
                  <a:pt x="4046476" y="4687776"/>
                  <a:pt x="4060171" y="4704317"/>
                </a:cubicBezTo>
                <a:cubicBezTo>
                  <a:pt x="4248204" y="4928943"/>
                  <a:pt x="4331788" y="5187422"/>
                  <a:pt x="4383942" y="5463703"/>
                </a:cubicBezTo>
                <a:cubicBezTo>
                  <a:pt x="4445404" y="5353500"/>
                  <a:pt x="4548377" y="5250086"/>
                  <a:pt x="4654905" y="5156948"/>
                </a:cubicBezTo>
                <a:lnTo>
                  <a:pt x="4724400" y="5098975"/>
                </a:lnTo>
                <a:lnTo>
                  <a:pt x="4724400" y="5160063"/>
                </a:lnTo>
                <a:lnTo>
                  <a:pt x="4687505" y="5191181"/>
                </a:lnTo>
                <a:cubicBezTo>
                  <a:pt x="4588452" y="5282318"/>
                  <a:pt x="4497898" y="5385071"/>
                  <a:pt x="4451303" y="5491132"/>
                </a:cubicBezTo>
                <a:cubicBezTo>
                  <a:pt x="4493091" y="5426848"/>
                  <a:pt x="4544370" y="5370101"/>
                  <a:pt x="4599954" y="5317498"/>
                </a:cubicBezTo>
                <a:lnTo>
                  <a:pt x="4724400" y="5211392"/>
                </a:lnTo>
                <a:lnTo>
                  <a:pt x="4724400" y="5251559"/>
                </a:lnTo>
                <a:lnTo>
                  <a:pt x="4619898" y="5340764"/>
                </a:lnTo>
                <a:cubicBezTo>
                  <a:pt x="4564729" y="5393102"/>
                  <a:pt x="4514142" y="5449408"/>
                  <a:pt x="4473735" y="5512809"/>
                </a:cubicBezTo>
                <a:cubicBezTo>
                  <a:pt x="4457482" y="5538523"/>
                  <a:pt x="4443385" y="5565169"/>
                  <a:pt x="4430539" y="5592553"/>
                </a:cubicBezTo>
                <a:cubicBezTo>
                  <a:pt x="4478314" y="5558922"/>
                  <a:pt x="4525254" y="5522778"/>
                  <a:pt x="4569759" y="5482816"/>
                </a:cubicBezTo>
                <a:lnTo>
                  <a:pt x="4724400" y="5330891"/>
                </a:lnTo>
                <a:lnTo>
                  <a:pt x="4724400" y="5402912"/>
                </a:lnTo>
                <a:lnTo>
                  <a:pt x="4586888" y="5533939"/>
                </a:lnTo>
                <a:cubicBezTo>
                  <a:pt x="4539970" y="5576210"/>
                  <a:pt x="4452025" y="5622495"/>
                  <a:pt x="4413377" y="5674040"/>
                </a:cubicBezTo>
                <a:cubicBezTo>
                  <a:pt x="4412828" y="5674391"/>
                  <a:pt x="4412623" y="5675288"/>
                  <a:pt x="4412066" y="5675644"/>
                </a:cubicBezTo>
                <a:cubicBezTo>
                  <a:pt x="4409999" y="5678494"/>
                  <a:pt x="4407586" y="5680803"/>
                  <a:pt x="4406074" y="5683306"/>
                </a:cubicBezTo>
                <a:cubicBezTo>
                  <a:pt x="4338963" y="5791374"/>
                  <a:pt x="4334247" y="5992131"/>
                  <a:pt x="4271008" y="6118417"/>
                </a:cubicBezTo>
                <a:cubicBezTo>
                  <a:pt x="4270042" y="6120562"/>
                  <a:pt x="4267634" y="6122876"/>
                  <a:pt x="4265220" y="6125184"/>
                </a:cubicBezTo>
                <a:cubicBezTo>
                  <a:pt x="4388620" y="6344593"/>
                  <a:pt x="4497559" y="6571523"/>
                  <a:pt x="4590463" y="6805045"/>
                </a:cubicBezTo>
                <a:lnTo>
                  <a:pt x="4610122" y="6857999"/>
                </a:lnTo>
                <a:lnTo>
                  <a:pt x="4513231" y="6857999"/>
                </a:lnTo>
                <a:lnTo>
                  <a:pt x="4374770" y="6532596"/>
                </a:lnTo>
                <a:lnTo>
                  <a:pt x="4339518" y="6461642"/>
                </a:lnTo>
                <a:cubicBezTo>
                  <a:pt x="4208274" y="6190726"/>
                  <a:pt x="4055763" y="5930353"/>
                  <a:pt x="3884810" y="5682534"/>
                </a:cubicBezTo>
                <a:cubicBezTo>
                  <a:pt x="3881554" y="5682314"/>
                  <a:pt x="3878648" y="5682642"/>
                  <a:pt x="3876498" y="5681717"/>
                </a:cubicBezTo>
                <a:cubicBezTo>
                  <a:pt x="3679284" y="5607050"/>
                  <a:pt x="3473354" y="5574737"/>
                  <a:pt x="3263209" y="5585749"/>
                </a:cubicBezTo>
                <a:cubicBezTo>
                  <a:pt x="3258445" y="5588034"/>
                  <a:pt x="3252566" y="5591021"/>
                  <a:pt x="3245450" y="5593271"/>
                </a:cubicBezTo>
                <a:cubicBezTo>
                  <a:pt x="2832970" y="5732161"/>
                  <a:pt x="2378174" y="5640588"/>
                  <a:pt x="1952592" y="5692050"/>
                </a:cubicBezTo>
                <a:cubicBezTo>
                  <a:pt x="1937512" y="5694029"/>
                  <a:pt x="1912708" y="5686903"/>
                  <a:pt x="1936466" y="5671708"/>
                </a:cubicBezTo>
                <a:cubicBezTo>
                  <a:pt x="2343705" y="5415077"/>
                  <a:pt x="2802129" y="5333413"/>
                  <a:pt x="3244709" y="5538562"/>
                </a:cubicBezTo>
                <a:cubicBezTo>
                  <a:pt x="3441959" y="5522006"/>
                  <a:pt x="3636288" y="5541041"/>
                  <a:pt x="3823886" y="5595804"/>
                </a:cubicBezTo>
                <a:cubicBezTo>
                  <a:pt x="3786337" y="5543176"/>
                  <a:pt x="3748232" y="5490905"/>
                  <a:pt x="3709024" y="5439340"/>
                </a:cubicBezTo>
                <a:cubicBezTo>
                  <a:pt x="3551844" y="5232532"/>
                  <a:pt x="3380544" y="5046247"/>
                  <a:pt x="3198362" y="4874588"/>
                </a:cubicBezTo>
                <a:cubicBezTo>
                  <a:pt x="3191800" y="4876493"/>
                  <a:pt x="3185778" y="4878043"/>
                  <a:pt x="3179417" y="4879047"/>
                </a:cubicBezTo>
                <a:cubicBezTo>
                  <a:pt x="3002241" y="4937947"/>
                  <a:pt x="2827252" y="4989315"/>
                  <a:pt x="2639496" y="4989072"/>
                </a:cubicBezTo>
                <a:cubicBezTo>
                  <a:pt x="2416792" y="4988955"/>
                  <a:pt x="2191177" y="4947776"/>
                  <a:pt x="1972353" y="4909921"/>
                </a:cubicBezTo>
                <a:cubicBezTo>
                  <a:pt x="1940984" y="4904693"/>
                  <a:pt x="1996456" y="4874580"/>
                  <a:pt x="2002679" y="4872131"/>
                </a:cubicBezTo>
                <a:cubicBezTo>
                  <a:pt x="2309478" y="4772480"/>
                  <a:pt x="2760385" y="4680296"/>
                  <a:pt x="3097424" y="4781269"/>
                </a:cubicBezTo>
                <a:cubicBezTo>
                  <a:pt x="2895349" y="4601638"/>
                  <a:pt x="2680528" y="4438593"/>
                  <a:pt x="2454890" y="4287833"/>
                </a:cubicBezTo>
                <a:cubicBezTo>
                  <a:pt x="2454338" y="4288186"/>
                  <a:pt x="2453432" y="4287993"/>
                  <a:pt x="2452881" y="4288346"/>
                </a:cubicBezTo>
                <a:cubicBezTo>
                  <a:pt x="2451433" y="4288508"/>
                  <a:pt x="2449426" y="4289026"/>
                  <a:pt x="2448527" y="4288836"/>
                </a:cubicBezTo>
                <a:cubicBezTo>
                  <a:pt x="2435306" y="4288860"/>
                  <a:pt x="2328295" y="4364971"/>
                  <a:pt x="2323525" y="4367248"/>
                </a:cubicBezTo>
                <a:cubicBezTo>
                  <a:pt x="2239575" y="4406384"/>
                  <a:pt x="2150175" y="4432133"/>
                  <a:pt x="2060764" y="4451767"/>
                </a:cubicBezTo>
                <a:cubicBezTo>
                  <a:pt x="1760632" y="4518029"/>
                  <a:pt x="1460022" y="4526349"/>
                  <a:pt x="1162250" y="4613329"/>
                </a:cubicBezTo>
                <a:cubicBezTo>
                  <a:pt x="1141991" y="4619390"/>
                  <a:pt x="1086625" y="4618011"/>
                  <a:pt x="1132639" y="4596243"/>
                </a:cubicBezTo>
                <a:cubicBezTo>
                  <a:pt x="1461250" y="4438196"/>
                  <a:pt x="1900100" y="4136057"/>
                  <a:pt x="2293970" y="4182283"/>
                </a:cubicBezTo>
                <a:cubicBezTo>
                  <a:pt x="2166077" y="4101602"/>
                  <a:pt x="2034669" y="4023929"/>
                  <a:pt x="1900637" y="3949470"/>
                </a:cubicBezTo>
                <a:cubicBezTo>
                  <a:pt x="1896077" y="3950852"/>
                  <a:pt x="1891168" y="3951697"/>
                  <a:pt x="1887014" y="3951288"/>
                </a:cubicBezTo>
                <a:cubicBezTo>
                  <a:pt x="1578066" y="4112095"/>
                  <a:pt x="1243908" y="4184792"/>
                  <a:pt x="896751" y="4159267"/>
                </a:cubicBezTo>
                <a:cubicBezTo>
                  <a:pt x="855005" y="4156073"/>
                  <a:pt x="905428" y="4125362"/>
                  <a:pt x="918967" y="4119760"/>
                </a:cubicBezTo>
                <a:cubicBezTo>
                  <a:pt x="1194342" y="4017222"/>
                  <a:pt x="1471034" y="3857115"/>
                  <a:pt x="1764113" y="3873539"/>
                </a:cubicBezTo>
                <a:cubicBezTo>
                  <a:pt x="1695196" y="3836374"/>
                  <a:pt x="1625724" y="3799562"/>
                  <a:pt x="1555701" y="3763109"/>
                </a:cubicBezTo>
                <a:cubicBezTo>
                  <a:pt x="1550645" y="3762512"/>
                  <a:pt x="1546699" y="3761207"/>
                  <a:pt x="1542956" y="3758998"/>
                </a:cubicBezTo>
                <a:cubicBezTo>
                  <a:pt x="1350426" y="3719652"/>
                  <a:pt x="1247288" y="3571783"/>
                  <a:pt x="1136724" y="3417171"/>
                </a:cubicBezTo>
                <a:cubicBezTo>
                  <a:pt x="993337" y="3216099"/>
                  <a:pt x="846020" y="2999153"/>
                  <a:pt x="750977" y="2770227"/>
                </a:cubicBezTo>
                <a:cubicBezTo>
                  <a:pt x="747611" y="2762227"/>
                  <a:pt x="749771" y="2755481"/>
                  <a:pt x="755174" y="2749954"/>
                </a:cubicBezTo>
                <a:cubicBezTo>
                  <a:pt x="771390" y="2733370"/>
                  <a:pt x="816824" y="2727735"/>
                  <a:pt x="830023" y="2731935"/>
                </a:cubicBezTo>
                <a:cubicBezTo>
                  <a:pt x="1258787" y="2883841"/>
                  <a:pt x="1497280" y="3311498"/>
                  <a:pt x="1623018" y="3716225"/>
                </a:cubicBezTo>
                <a:cubicBezTo>
                  <a:pt x="1853470" y="3835548"/>
                  <a:pt x="2078531" y="3959850"/>
                  <a:pt x="2294841" y="4093587"/>
                </a:cubicBezTo>
                <a:cubicBezTo>
                  <a:pt x="2272291" y="4035197"/>
                  <a:pt x="2253055" y="3974696"/>
                  <a:pt x="2250226" y="3916719"/>
                </a:cubicBezTo>
                <a:cubicBezTo>
                  <a:pt x="2248779" y="3916883"/>
                  <a:pt x="2246771" y="3917401"/>
                  <a:pt x="2245523" y="3916663"/>
                </a:cubicBezTo>
                <a:cubicBezTo>
                  <a:pt x="1951808" y="3876118"/>
                  <a:pt x="1808968" y="3571232"/>
                  <a:pt x="1707994" y="3326950"/>
                </a:cubicBezTo>
                <a:cubicBezTo>
                  <a:pt x="1694877" y="3295477"/>
                  <a:pt x="1766980" y="3273123"/>
                  <a:pt x="1786341" y="3287566"/>
                </a:cubicBezTo>
                <a:cubicBezTo>
                  <a:pt x="1929395" y="3390749"/>
                  <a:pt x="2051663" y="3506453"/>
                  <a:pt x="2158071" y="3639960"/>
                </a:cubicBezTo>
                <a:cubicBezTo>
                  <a:pt x="2154892" y="3540061"/>
                  <a:pt x="2170197" y="3439839"/>
                  <a:pt x="2189281" y="3333361"/>
                </a:cubicBezTo>
                <a:cubicBezTo>
                  <a:pt x="2229372" y="3116116"/>
                  <a:pt x="2246120" y="2891570"/>
                  <a:pt x="2314466" y="2680771"/>
                </a:cubicBezTo>
                <a:cubicBezTo>
                  <a:pt x="2320529" y="2661952"/>
                  <a:pt x="2361878" y="2637374"/>
                  <a:pt x="2386551" y="2642862"/>
                </a:cubicBezTo>
                <a:close/>
                <a:moveTo>
                  <a:pt x="3646699" y="2390555"/>
                </a:moveTo>
                <a:lnTo>
                  <a:pt x="3645773" y="2392739"/>
                </a:lnTo>
                <a:lnTo>
                  <a:pt x="3649597" y="2394358"/>
                </a:lnTo>
                <a:cubicBezTo>
                  <a:pt x="3648733" y="2393349"/>
                  <a:pt x="3647874" y="2392343"/>
                  <a:pt x="3646699" y="2390555"/>
                </a:cubicBezTo>
                <a:close/>
                <a:moveTo>
                  <a:pt x="3038676" y="2118977"/>
                </a:moveTo>
                <a:cubicBezTo>
                  <a:pt x="3042950" y="2257918"/>
                  <a:pt x="3002907" y="2393544"/>
                  <a:pt x="2963942" y="2525128"/>
                </a:cubicBezTo>
                <a:cubicBezTo>
                  <a:pt x="2949902" y="2571972"/>
                  <a:pt x="2935948" y="2620144"/>
                  <a:pt x="2923775" y="2667145"/>
                </a:cubicBezTo>
                <a:cubicBezTo>
                  <a:pt x="2909690" y="2721696"/>
                  <a:pt x="2898881" y="2777642"/>
                  <a:pt x="2887447" y="2832031"/>
                </a:cubicBezTo>
                <a:lnTo>
                  <a:pt x="2868480" y="2927011"/>
                </a:lnTo>
                <a:cubicBezTo>
                  <a:pt x="2882036" y="2893472"/>
                  <a:pt x="2900043" y="2846374"/>
                  <a:pt x="2921794" y="2782834"/>
                </a:cubicBezTo>
                <a:cubicBezTo>
                  <a:pt x="2980827" y="2611467"/>
                  <a:pt x="3079367" y="2325483"/>
                  <a:pt x="3038676" y="2118977"/>
                </a:cubicBezTo>
                <a:close/>
                <a:moveTo>
                  <a:pt x="4070579" y="2090376"/>
                </a:moveTo>
                <a:cubicBezTo>
                  <a:pt x="4084637" y="2136248"/>
                  <a:pt x="4098150" y="2181883"/>
                  <a:pt x="4109879" y="2228695"/>
                </a:cubicBezTo>
                <a:lnTo>
                  <a:pt x="4119154" y="2266098"/>
                </a:lnTo>
                <a:cubicBezTo>
                  <a:pt x="4126056" y="2295423"/>
                  <a:pt x="4133187" y="2324193"/>
                  <a:pt x="4141411" y="2353427"/>
                </a:cubicBezTo>
                <a:cubicBezTo>
                  <a:pt x="4176749" y="2475257"/>
                  <a:pt x="4236423" y="2591295"/>
                  <a:pt x="4293979" y="2703223"/>
                </a:cubicBezTo>
                <a:cubicBezTo>
                  <a:pt x="4334570" y="2782214"/>
                  <a:pt x="4376344" y="2862994"/>
                  <a:pt x="4410111" y="2947465"/>
                </a:cubicBezTo>
                <a:cubicBezTo>
                  <a:pt x="4347417" y="2640863"/>
                  <a:pt x="4257356" y="2342636"/>
                  <a:pt x="4070579" y="2090376"/>
                </a:cubicBezTo>
                <a:close/>
                <a:moveTo>
                  <a:pt x="4020821" y="2034549"/>
                </a:moveTo>
                <a:cubicBezTo>
                  <a:pt x="3991634" y="2371132"/>
                  <a:pt x="4184325" y="2658088"/>
                  <a:pt x="4372756" y="2932293"/>
                </a:cubicBezTo>
                <a:cubicBezTo>
                  <a:pt x="4341528" y="2858555"/>
                  <a:pt x="4305088" y="2786473"/>
                  <a:pt x="4268731" y="2715710"/>
                </a:cubicBezTo>
                <a:cubicBezTo>
                  <a:pt x="4210547" y="2602235"/>
                  <a:pt x="4150011" y="2485181"/>
                  <a:pt x="4113960" y="2360474"/>
                </a:cubicBezTo>
                <a:cubicBezTo>
                  <a:pt x="4105734" y="2331239"/>
                  <a:pt x="4098289" y="2301693"/>
                  <a:pt x="4090842" y="2272139"/>
                </a:cubicBezTo>
                <a:lnTo>
                  <a:pt x="4081569" y="2234734"/>
                </a:lnTo>
                <a:cubicBezTo>
                  <a:pt x="4064530" y="2167007"/>
                  <a:pt x="4043843" y="2100302"/>
                  <a:pt x="4020821" y="2034549"/>
                </a:cubicBezTo>
                <a:close/>
                <a:moveTo>
                  <a:pt x="3001316" y="2032338"/>
                </a:moveTo>
                <a:cubicBezTo>
                  <a:pt x="2982933" y="2081859"/>
                  <a:pt x="2966493" y="2132840"/>
                  <a:pt x="2953880" y="2185446"/>
                </a:cubicBezTo>
                <a:cubicBezTo>
                  <a:pt x="2921068" y="2317695"/>
                  <a:pt x="2906505" y="2457032"/>
                  <a:pt x="2883664" y="2591574"/>
                </a:cubicBezTo>
                <a:cubicBezTo>
                  <a:pt x="2864755" y="2700098"/>
                  <a:pt x="2813661" y="2959166"/>
                  <a:pt x="2826885" y="2991809"/>
                </a:cubicBezTo>
                <a:lnTo>
                  <a:pt x="2860250" y="2826310"/>
                </a:lnTo>
                <a:cubicBezTo>
                  <a:pt x="2871141" y="2771690"/>
                  <a:pt x="2882731" y="2715434"/>
                  <a:pt x="2896499" y="2660098"/>
                </a:cubicBezTo>
                <a:cubicBezTo>
                  <a:pt x="2908585" y="2611783"/>
                  <a:pt x="2923082" y="2563843"/>
                  <a:pt x="2937125" y="2516991"/>
                </a:cubicBezTo>
                <a:cubicBezTo>
                  <a:pt x="2975863" y="2385961"/>
                  <a:pt x="3015900" y="2250332"/>
                  <a:pt x="3010471" y="2114122"/>
                </a:cubicBezTo>
                <a:cubicBezTo>
                  <a:pt x="3009267" y="2086568"/>
                  <a:pt x="3005955" y="2059413"/>
                  <a:pt x="3001316" y="2032338"/>
                </a:cubicBezTo>
                <a:close/>
                <a:moveTo>
                  <a:pt x="3105532" y="1991479"/>
                </a:moveTo>
                <a:cubicBezTo>
                  <a:pt x="3254427" y="2144650"/>
                  <a:pt x="3409943" y="2280670"/>
                  <a:pt x="3599280" y="2371770"/>
                </a:cubicBezTo>
                <a:cubicBezTo>
                  <a:pt x="3463064" y="2234271"/>
                  <a:pt x="3300266" y="2088089"/>
                  <a:pt x="3105532" y="1991479"/>
                </a:cubicBezTo>
                <a:close/>
                <a:moveTo>
                  <a:pt x="3111169" y="1962963"/>
                </a:moveTo>
                <a:cubicBezTo>
                  <a:pt x="3306049" y="2057701"/>
                  <a:pt x="3468685" y="2201237"/>
                  <a:pt x="3606223" y="2338658"/>
                </a:cubicBezTo>
                <a:cubicBezTo>
                  <a:pt x="3470641" y="2169232"/>
                  <a:pt x="3285027" y="1968969"/>
                  <a:pt x="3111169" y="1962963"/>
                </a:cubicBezTo>
                <a:close/>
                <a:moveTo>
                  <a:pt x="2050698" y="1338235"/>
                </a:moveTo>
                <a:cubicBezTo>
                  <a:pt x="2064377" y="1651120"/>
                  <a:pt x="2209927" y="1999242"/>
                  <a:pt x="2370409" y="2272553"/>
                </a:cubicBezTo>
                <a:cubicBezTo>
                  <a:pt x="2357712" y="2235634"/>
                  <a:pt x="2347580" y="2197225"/>
                  <a:pt x="2338306" y="2159819"/>
                </a:cubicBezTo>
                <a:lnTo>
                  <a:pt x="2334023" y="2142555"/>
                </a:lnTo>
                <a:cubicBezTo>
                  <a:pt x="2289026" y="1964482"/>
                  <a:pt x="2230790" y="1787247"/>
                  <a:pt x="2161071" y="1617375"/>
                </a:cubicBezTo>
                <a:cubicBezTo>
                  <a:pt x="2150764" y="1593060"/>
                  <a:pt x="2141003" y="1568967"/>
                  <a:pt x="2130699" y="1544643"/>
                </a:cubicBezTo>
                <a:cubicBezTo>
                  <a:pt x="2102533" y="1477354"/>
                  <a:pt x="2073739" y="1408510"/>
                  <a:pt x="2050698" y="1338235"/>
                </a:cubicBezTo>
                <a:close/>
                <a:moveTo>
                  <a:pt x="2060478" y="1278636"/>
                </a:moveTo>
                <a:cubicBezTo>
                  <a:pt x="2085382" y="1365794"/>
                  <a:pt x="2121337" y="1451189"/>
                  <a:pt x="2156346" y="1534260"/>
                </a:cubicBezTo>
                <a:lnTo>
                  <a:pt x="2187258" y="1607218"/>
                </a:lnTo>
                <a:cubicBezTo>
                  <a:pt x="2256583" y="1774989"/>
                  <a:pt x="2314102" y="1949347"/>
                  <a:pt x="2358704" y="2125320"/>
                </a:cubicBezTo>
                <a:cubicBezTo>
                  <a:pt x="2326696" y="1963695"/>
                  <a:pt x="2286060" y="1804203"/>
                  <a:pt x="2233598" y="1646797"/>
                </a:cubicBezTo>
                <a:cubicBezTo>
                  <a:pt x="2188082" y="1511000"/>
                  <a:pt x="2118450" y="1397178"/>
                  <a:pt x="2060478" y="1278636"/>
                </a:cubicBezTo>
                <a:close/>
                <a:moveTo>
                  <a:pt x="1974152" y="1245311"/>
                </a:moveTo>
                <a:cubicBezTo>
                  <a:pt x="1899849" y="1271794"/>
                  <a:pt x="1845607" y="1329954"/>
                  <a:pt x="1811379" y="1406236"/>
                </a:cubicBezTo>
                <a:cubicBezTo>
                  <a:pt x="1793417" y="1445630"/>
                  <a:pt x="1774985" y="1502850"/>
                  <a:pt x="1767940" y="1546869"/>
                </a:cubicBezTo>
                <a:cubicBezTo>
                  <a:pt x="1756267" y="1618535"/>
                  <a:pt x="1762401" y="1614698"/>
                  <a:pt x="1796474" y="1557016"/>
                </a:cubicBezTo>
                <a:cubicBezTo>
                  <a:pt x="1857987" y="1454296"/>
                  <a:pt x="1917005" y="1349880"/>
                  <a:pt x="1974152" y="1245311"/>
                </a:cubicBezTo>
                <a:close/>
                <a:moveTo>
                  <a:pt x="4681531" y="959050"/>
                </a:moveTo>
                <a:cubicBezTo>
                  <a:pt x="4667665" y="975072"/>
                  <a:pt x="4653801" y="991089"/>
                  <a:pt x="4638064" y="1006960"/>
                </a:cubicBezTo>
                <a:cubicBezTo>
                  <a:pt x="4572574" y="1071943"/>
                  <a:pt x="4498932" y="1125748"/>
                  <a:pt x="4415502" y="1184424"/>
                </a:cubicBezTo>
                <a:cubicBezTo>
                  <a:pt x="4354739" y="1227583"/>
                  <a:pt x="4278681" y="1281016"/>
                  <a:pt x="4197574" y="1317493"/>
                </a:cubicBezTo>
                <a:cubicBezTo>
                  <a:pt x="4173020" y="1328342"/>
                  <a:pt x="4148153" y="1338416"/>
                  <a:pt x="4122737" y="1348256"/>
                </a:cubicBezTo>
                <a:cubicBezTo>
                  <a:pt x="4088783" y="1361567"/>
                  <a:pt x="4056139" y="1374791"/>
                  <a:pt x="4024988" y="1390573"/>
                </a:cubicBezTo>
                <a:cubicBezTo>
                  <a:pt x="4165369" y="1358579"/>
                  <a:pt x="4302892" y="1298342"/>
                  <a:pt x="4421265" y="1220988"/>
                </a:cubicBezTo>
                <a:cubicBezTo>
                  <a:pt x="4516666" y="1158366"/>
                  <a:pt x="4617535" y="1064584"/>
                  <a:pt x="4681531" y="959050"/>
                </a:cubicBezTo>
                <a:close/>
                <a:moveTo>
                  <a:pt x="4722484" y="854709"/>
                </a:moveTo>
                <a:cubicBezTo>
                  <a:pt x="4713724" y="863235"/>
                  <a:pt x="4704652" y="870980"/>
                  <a:pt x="4695347" y="879275"/>
                </a:cubicBezTo>
                <a:cubicBezTo>
                  <a:pt x="4560726" y="998039"/>
                  <a:pt x="4415771" y="1121443"/>
                  <a:pt x="4253878" y="1216434"/>
                </a:cubicBezTo>
                <a:lnTo>
                  <a:pt x="4213112" y="1239730"/>
                </a:lnTo>
                <a:cubicBezTo>
                  <a:pt x="4152620" y="1274640"/>
                  <a:pt x="4090577" y="1310180"/>
                  <a:pt x="4037747" y="1352837"/>
                </a:cubicBezTo>
                <a:cubicBezTo>
                  <a:pt x="4062533" y="1341442"/>
                  <a:pt x="4087944" y="1331600"/>
                  <a:pt x="4113362" y="1321759"/>
                </a:cubicBezTo>
                <a:cubicBezTo>
                  <a:pt x="4137990" y="1312227"/>
                  <a:pt x="4162627" y="1302697"/>
                  <a:pt x="4186634" y="1291618"/>
                </a:cubicBezTo>
                <a:cubicBezTo>
                  <a:pt x="4265418" y="1256083"/>
                  <a:pt x="4339921" y="1203284"/>
                  <a:pt x="4399674" y="1160983"/>
                </a:cubicBezTo>
                <a:cubicBezTo>
                  <a:pt x="4481551" y="1102940"/>
                  <a:pt x="4554724" y="1050225"/>
                  <a:pt x="4618435" y="986418"/>
                </a:cubicBezTo>
                <a:cubicBezTo>
                  <a:pt x="4660678" y="944429"/>
                  <a:pt x="4695591" y="899980"/>
                  <a:pt x="4722484" y="854709"/>
                </a:cubicBezTo>
                <a:close/>
                <a:moveTo>
                  <a:pt x="1456504" y="777000"/>
                </a:moveTo>
                <a:cubicBezTo>
                  <a:pt x="1456064" y="782606"/>
                  <a:pt x="1455073" y="787979"/>
                  <a:pt x="1454399" y="794136"/>
                </a:cubicBezTo>
                <a:cubicBezTo>
                  <a:pt x="1451982" y="810498"/>
                  <a:pt x="1450340" y="826538"/>
                  <a:pt x="1448466" y="843129"/>
                </a:cubicBezTo>
                <a:cubicBezTo>
                  <a:pt x="1443098" y="896870"/>
                  <a:pt x="1442326" y="951907"/>
                  <a:pt x="1442252" y="1005313"/>
                </a:cubicBezTo>
                <a:cubicBezTo>
                  <a:pt x="1440336" y="1206014"/>
                  <a:pt x="1438833" y="1413328"/>
                  <a:pt x="1469382" y="1614896"/>
                </a:cubicBezTo>
                <a:lnTo>
                  <a:pt x="1472106" y="1632791"/>
                </a:lnTo>
                <a:lnTo>
                  <a:pt x="1479091" y="1680170"/>
                </a:lnTo>
                <a:cubicBezTo>
                  <a:pt x="1479741" y="1669501"/>
                  <a:pt x="1479617" y="1659149"/>
                  <a:pt x="1480043" y="1649028"/>
                </a:cubicBezTo>
                <a:cubicBezTo>
                  <a:pt x="1483046" y="1394060"/>
                  <a:pt x="1486555" y="1130296"/>
                  <a:pt x="1464087" y="871628"/>
                </a:cubicBezTo>
                <a:lnTo>
                  <a:pt x="1462204" y="850229"/>
                </a:lnTo>
                <a:cubicBezTo>
                  <a:pt x="1460150" y="826182"/>
                  <a:pt x="1458096" y="802134"/>
                  <a:pt x="1456504" y="777000"/>
                </a:cubicBezTo>
                <a:close/>
                <a:moveTo>
                  <a:pt x="1483619" y="764662"/>
                </a:moveTo>
                <a:cubicBezTo>
                  <a:pt x="1484834" y="792211"/>
                  <a:pt x="1487677" y="820458"/>
                  <a:pt x="1489670" y="847698"/>
                </a:cubicBezTo>
                <a:lnTo>
                  <a:pt x="1491553" y="869097"/>
                </a:lnTo>
                <a:cubicBezTo>
                  <a:pt x="1513754" y="1119277"/>
                  <a:pt x="1511208" y="1373147"/>
                  <a:pt x="1508481" y="1619865"/>
                </a:cubicBezTo>
                <a:cubicBezTo>
                  <a:pt x="1576046" y="1335574"/>
                  <a:pt x="1567527" y="1045475"/>
                  <a:pt x="1483619" y="764662"/>
                </a:cubicBezTo>
                <a:close/>
                <a:moveTo>
                  <a:pt x="1430481" y="630137"/>
                </a:moveTo>
                <a:cubicBezTo>
                  <a:pt x="1267590" y="940376"/>
                  <a:pt x="1333252" y="1302315"/>
                  <a:pt x="1442495" y="1626691"/>
                </a:cubicBezTo>
                <a:lnTo>
                  <a:pt x="1441222" y="1619067"/>
                </a:lnTo>
                <a:cubicBezTo>
                  <a:pt x="1410273" y="1415398"/>
                  <a:pt x="1411692" y="1206762"/>
                  <a:pt x="1414069" y="1004967"/>
                </a:cubicBezTo>
                <a:cubicBezTo>
                  <a:pt x="1414375" y="951016"/>
                  <a:pt x="1414834" y="895204"/>
                  <a:pt x="1420665" y="840369"/>
                </a:cubicBezTo>
                <a:cubicBezTo>
                  <a:pt x="1422537" y="823783"/>
                  <a:pt x="1424411" y="807192"/>
                  <a:pt x="1426829" y="790831"/>
                </a:cubicBezTo>
                <a:cubicBezTo>
                  <a:pt x="1433522" y="737010"/>
                  <a:pt x="1440125" y="681866"/>
                  <a:pt x="1430481" y="630137"/>
                </a:cubicBezTo>
                <a:close/>
                <a:moveTo>
                  <a:pt x="4023796" y="623931"/>
                </a:moveTo>
                <a:cubicBezTo>
                  <a:pt x="3998086" y="637515"/>
                  <a:pt x="3972609" y="650546"/>
                  <a:pt x="3945729" y="662344"/>
                </a:cubicBezTo>
                <a:cubicBezTo>
                  <a:pt x="3801060" y="727282"/>
                  <a:pt x="3645502" y="758642"/>
                  <a:pt x="3498947" y="818916"/>
                </a:cubicBezTo>
                <a:cubicBezTo>
                  <a:pt x="3325974" y="889896"/>
                  <a:pt x="3184420" y="1008307"/>
                  <a:pt x="3031283" y="1111507"/>
                </a:cubicBezTo>
                <a:cubicBezTo>
                  <a:pt x="3091555" y="1098395"/>
                  <a:pt x="3148558" y="1067158"/>
                  <a:pt x="3203692" y="1035777"/>
                </a:cubicBezTo>
                <a:lnTo>
                  <a:pt x="3218294" y="1027151"/>
                </a:lnTo>
                <a:cubicBezTo>
                  <a:pt x="3353948" y="950027"/>
                  <a:pt x="3497672" y="882756"/>
                  <a:pt x="3636737" y="817377"/>
                </a:cubicBezTo>
                <a:cubicBezTo>
                  <a:pt x="3765775" y="757414"/>
                  <a:pt x="3897289" y="694633"/>
                  <a:pt x="4023796" y="623931"/>
                </a:cubicBezTo>
                <a:close/>
                <a:moveTo>
                  <a:pt x="3311704" y="584486"/>
                </a:moveTo>
                <a:cubicBezTo>
                  <a:pt x="3272983" y="648568"/>
                  <a:pt x="3231536" y="711502"/>
                  <a:pt x="3190778" y="772788"/>
                </a:cubicBezTo>
                <a:cubicBezTo>
                  <a:pt x="3126979" y="868744"/>
                  <a:pt x="3062020" y="967431"/>
                  <a:pt x="3007981" y="1070739"/>
                </a:cubicBezTo>
                <a:cubicBezTo>
                  <a:pt x="3110594" y="966751"/>
                  <a:pt x="3204922" y="819977"/>
                  <a:pt x="3267578" y="693281"/>
                </a:cubicBezTo>
                <a:close/>
                <a:moveTo>
                  <a:pt x="2664888" y="518596"/>
                </a:moveTo>
                <a:cubicBezTo>
                  <a:pt x="2580256" y="532980"/>
                  <a:pt x="2495702" y="548687"/>
                  <a:pt x="2411865" y="567273"/>
                </a:cubicBezTo>
                <a:cubicBezTo>
                  <a:pt x="2215416" y="611580"/>
                  <a:pt x="2055895" y="697916"/>
                  <a:pt x="1896643" y="809468"/>
                </a:cubicBezTo>
                <a:cubicBezTo>
                  <a:pt x="1897193" y="809701"/>
                  <a:pt x="1897736" y="809931"/>
                  <a:pt x="1899055" y="809848"/>
                </a:cubicBezTo>
                <a:cubicBezTo>
                  <a:pt x="2091065" y="728900"/>
                  <a:pt x="2275399" y="656935"/>
                  <a:pt x="2446633" y="596159"/>
                </a:cubicBezTo>
                <a:close/>
                <a:moveTo>
                  <a:pt x="2796924" y="501747"/>
                </a:moveTo>
                <a:lnTo>
                  <a:pt x="2455237" y="622979"/>
                </a:lnTo>
                <a:cubicBezTo>
                  <a:pt x="2296206" y="679263"/>
                  <a:pt x="2126634" y="745243"/>
                  <a:pt x="1949308" y="818889"/>
                </a:cubicBezTo>
                <a:cubicBezTo>
                  <a:pt x="1950089" y="818579"/>
                  <a:pt x="1950089" y="818579"/>
                  <a:pt x="1950634" y="818810"/>
                </a:cubicBezTo>
                <a:cubicBezTo>
                  <a:pt x="2249794" y="764555"/>
                  <a:pt x="2535304" y="633058"/>
                  <a:pt x="2796924" y="501747"/>
                </a:cubicBezTo>
                <a:close/>
                <a:moveTo>
                  <a:pt x="3335099" y="488163"/>
                </a:moveTo>
                <a:lnTo>
                  <a:pt x="3151139" y="734118"/>
                </a:lnTo>
                <a:lnTo>
                  <a:pt x="3136980" y="753877"/>
                </a:lnTo>
                <a:cubicBezTo>
                  <a:pt x="3108114" y="793161"/>
                  <a:pt x="3082736" y="828772"/>
                  <a:pt x="3062043" y="867004"/>
                </a:cubicBezTo>
                <a:cubicBezTo>
                  <a:pt x="3033701" y="918746"/>
                  <a:pt x="3011684" y="973805"/>
                  <a:pt x="2994594" y="1035452"/>
                </a:cubicBezTo>
                <a:cubicBezTo>
                  <a:pt x="3046947" y="939156"/>
                  <a:pt x="3107576" y="847655"/>
                  <a:pt x="3167517" y="757788"/>
                </a:cubicBezTo>
                <a:cubicBezTo>
                  <a:pt x="3225200" y="670189"/>
                  <a:pt x="3284135" y="581180"/>
                  <a:pt x="3335099" y="488163"/>
                </a:cubicBezTo>
                <a:close/>
                <a:moveTo>
                  <a:pt x="2891507" y="485136"/>
                </a:moveTo>
                <a:cubicBezTo>
                  <a:pt x="2633092" y="616512"/>
                  <a:pt x="2348081" y="755947"/>
                  <a:pt x="2047508" y="825701"/>
                </a:cubicBezTo>
                <a:cubicBezTo>
                  <a:pt x="2357909" y="831572"/>
                  <a:pt x="2636584" y="667562"/>
                  <a:pt x="2891507" y="485136"/>
                </a:cubicBezTo>
                <a:close/>
                <a:moveTo>
                  <a:pt x="4418489" y="483936"/>
                </a:moveTo>
                <a:cubicBezTo>
                  <a:pt x="4332433" y="547295"/>
                  <a:pt x="4242855" y="605296"/>
                  <a:pt x="4155290" y="661575"/>
                </a:cubicBezTo>
                <a:cubicBezTo>
                  <a:pt x="3969451" y="781189"/>
                  <a:pt x="3777243" y="905190"/>
                  <a:pt x="3571040" y="996875"/>
                </a:cubicBezTo>
                <a:cubicBezTo>
                  <a:pt x="3418056" y="1064725"/>
                  <a:pt x="3258062" y="1114166"/>
                  <a:pt x="3093710" y="1145020"/>
                </a:cubicBezTo>
                <a:cubicBezTo>
                  <a:pt x="3128860" y="1154752"/>
                  <a:pt x="3165333" y="1164394"/>
                  <a:pt x="3207527" y="1163586"/>
                </a:cubicBezTo>
                <a:cubicBezTo>
                  <a:pt x="3359545" y="1160350"/>
                  <a:pt x="3521798" y="1058435"/>
                  <a:pt x="3652751" y="990907"/>
                </a:cubicBezTo>
                <a:cubicBezTo>
                  <a:pt x="3834432" y="897860"/>
                  <a:pt x="4013510" y="797268"/>
                  <a:pt x="4180906" y="680145"/>
                </a:cubicBezTo>
                <a:cubicBezTo>
                  <a:pt x="4224133" y="649515"/>
                  <a:pt x="4353624" y="550475"/>
                  <a:pt x="4418489" y="483936"/>
                </a:cubicBezTo>
                <a:close/>
                <a:moveTo>
                  <a:pt x="3316944" y="465669"/>
                </a:moveTo>
                <a:cubicBezTo>
                  <a:pt x="3194809" y="521478"/>
                  <a:pt x="2954579" y="894258"/>
                  <a:pt x="2958819" y="1062158"/>
                </a:cubicBezTo>
                <a:cubicBezTo>
                  <a:pt x="2971057" y="1011968"/>
                  <a:pt x="2985641" y="965354"/>
                  <a:pt x="3004132" y="921679"/>
                </a:cubicBezTo>
                <a:cubicBezTo>
                  <a:pt x="3014072" y="898200"/>
                  <a:pt x="3025105" y="875187"/>
                  <a:pt x="3037224" y="852631"/>
                </a:cubicBezTo>
                <a:cubicBezTo>
                  <a:pt x="3058615" y="812759"/>
                  <a:pt x="3085004" y="776291"/>
                  <a:pt x="3114637" y="736692"/>
                </a:cubicBezTo>
                <a:lnTo>
                  <a:pt x="3128801" y="716935"/>
                </a:lnTo>
                <a:cubicBezTo>
                  <a:pt x="3193882" y="628604"/>
                  <a:pt x="3252848" y="548625"/>
                  <a:pt x="3316944" y="465669"/>
                </a:cubicBezTo>
                <a:close/>
                <a:moveTo>
                  <a:pt x="4448894" y="422768"/>
                </a:moveTo>
                <a:cubicBezTo>
                  <a:pt x="4372745" y="436884"/>
                  <a:pt x="4303112" y="482734"/>
                  <a:pt x="4235585" y="528178"/>
                </a:cubicBezTo>
                <a:lnTo>
                  <a:pt x="4213155" y="543149"/>
                </a:lnTo>
                <a:cubicBezTo>
                  <a:pt x="4035485" y="661715"/>
                  <a:pt x="3839402" y="753816"/>
                  <a:pt x="3649218" y="842623"/>
                </a:cubicBezTo>
                <a:cubicBezTo>
                  <a:pt x="3510392" y="907459"/>
                  <a:pt x="3367451" y="974411"/>
                  <a:pt x="3232564" y="1051220"/>
                </a:cubicBezTo>
                <a:lnTo>
                  <a:pt x="3217970" y="1059849"/>
                </a:lnTo>
                <a:cubicBezTo>
                  <a:pt x="3184886" y="1078679"/>
                  <a:pt x="3151576" y="1098052"/>
                  <a:pt x="3116688" y="1113543"/>
                </a:cubicBezTo>
                <a:cubicBezTo>
                  <a:pt x="3269055" y="1082118"/>
                  <a:pt x="3417223" y="1034762"/>
                  <a:pt x="3559098" y="971858"/>
                </a:cubicBezTo>
                <a:cubicBezTo>
                  <a:pt x="3763514" y="881353"/>
                  <a:pt x="3954942" y="757667"/>
                  <a:pt x="4140004" y="638368"/>
                </a:cubicBezTo>
                <a:cubicBezTo>
                  <a:pt x="4244649" y="570645"/>
                  <a:pt x="4351849" y="501435"/>
                  <a:pt x="4451852" y="423380"/>
                </a:cubicBezTo>
                <a:cubicBezTo>
                  <a:pt x="4450763" y="422918"/>
                  <a:pt x="4450211" y="422686"/>
                  <a:pt x="4448894" y="422768"/>
                </a:cubicBezTo>
                <a:close/>
                <a:moveTo>
                  <a:pt x="680568" y="416949"/>
                </a:moveTo>
                <a:cubicBezTo>
                  <a:pt x="573847" y="489578"/>
                  <a:pt x="483985" y="589312"/>
                  <a:pt x="394452" y="694330"/>
                </a:cubicBezTo>
                <a:lnTo>
                  <a:pt x="340402" y="759654"/>
                </a:lnTo>
                <a:close/>
                <a:moveTo>
                  <a:pt x="827699" y="416143"/>
                </a:moveTo>
                <a:cubicBezTo>
                  <a:pt x="835728" y="454953"/>
                  <a:pt x="841663" y="494162"/>
                  <a:pt x="841524" y="534021"/>
                </a:cubicBezTo>
                <a:cubicBezTo>
                  <a:pt x="841577" y="581042"/>
                  <a:pt x="833611" y="627240"/>
                  <a:pt x="825554" y="672115"/>
                </a:cubicBezTo>
                <a:cubicBezTo>
                  <a:pt x="819855" y="703824"/>
                  <a:pt x="814239" y="736857"/>
                  <a:pt x="811499" y="769176"/>
                </a:cubicBezTo>
                <a:cubicBezTo>
                  <a:pt x="803608" y="866910"/>
                  <a:pt x="822564" y="965070"/>
                  <a:pt x="841586" y="1060039"/>
                </a:cubicBezTo>
                <a:cubicBezTo>
                  <a:pt x="870658" y="1208834"/>
                  <a:pt x="901383" y="1362838"/>
                  <a:pt x="942912" y="1511108"/>
                </a:cubicBezTo>
                <a:cubicBezTo>
                  <a:pt x="977911" y="1186645"/>
                  <a:pt x="995896" y="815698"/>
                  <a:pt x="884057" y="521768"/>
                </a:cubicBezTo>
                <a:cubicBezTo>
                  <a:pt x="868776" y="481820"/>
                  <a:pt x="846755" y="448679"/>
                  <a:pt x="827699" y="416143"/>
                </a:cubicBezTo>
                <a:close/>
                <a:moveTo>
                  <a:pt x="798883" y="414244"/>
                </a:moveTo>
                <a:cubicBezTo>
                  <a:pt x="695211" y="736679"/>
                  <a:pt x="755992" y="1050836"/>
                  <a:pt x="875825" y="1357811"/>
                </a:cubicBezTo>
                <a:cubicBezTo>
                  <a:pt x="852896" y="1259904"/>
                  <a:pt x="833394" y="1161513"/>
                  <a:pt x="814514" y="1064671"/>
                </a:cubicBezTo>
                <a:cubicBezTo>
                  <a:pt x="795638" y="967838"/>
                  <a:pt x="775736" y="867346"/>
                  <a:pt x="783698" y="766414"/>
                </a:cubicBezTo>
                <a:cubicBezTo>
                  <a:pt x="786354" y="732777"/>
                  <a:pt x="792197" y="699198"/>
                  <a:pt x="798129" y="666939"/>
                </a:cubicBezTo>
                <a:cubicBezTo>
                  <a:pt x="805719" y="623158"/>
                  <a:pt x="813776" y="578281"/>
                  <a:pt x="813894" y="533909"/>
                </a:cubicBezTo>
                <a:cubicBezTo>
                  <a:pt x="813480" y="493822"/>
                  <a:pt x="807234" y="453832"/>
                  <a:pt x="798883" y="414244"/>
                </a:cubicBezTo>
                <a:close/>
                <a:moveTo>
                  <a:pt x="673202" y="388720"/>
                </a:moveTo>
                <a:cubicBezTo>
                  <a:pt x="560862" y="422924"/>
                  <a:pt x="473506" y="490876"/>
                  <a:pt x="392779" y="596411"/>
                </a:cubicBezTo>
                <a:cubicBezTo>
                  <a:pt x="345173" y="658663"/>
                  <a:pt x="304966" y="720182"/>
                  <a:pt x="270088" y="790400"/>
                </a:cubicBezTo>
                <a:cubicBezTo>
                  <a:pt x="265839" y="798902"/>
                  <a:pt x="262292" y="805767"/>
                  <a:pt x="259285" y="812869"/>
                </a:cubicBezTo>
                <a:cubicBezTo>
                  <a:pt x="297306" y="767160"/>
                  <a:pt x="334780" y="721219"/>
                  <a:pt x="372890" y="676832"/>
                </a:cubicBezTo>
                <a:cubicBezTo>
                  <a:pt x="466138" y="567590"/>
                  <a:pt x="560501" y="463327"/>
                  <a:pt x="673202" y="388720"/>
                </a:cubicBezTo>
                <a:close/>
                <a:moveTo>
                  <a:pt x="1628210" y="0"/>
                </a:moveTo>
                <a:lnTo>
                  <a:pt x="1748399" y="0"/>
                </a:lnTo>
                <a:lnTo>
                  <a:pt x="1783391" y="17650"/>
                </a:lnTo>
                <a:cubicBezTo>
                  <a:pt x="1878225" y="54329"/>
                  <a:pt x="1980824" y="64330"/>
                  <a:pt x="2084193" y="69947"/>
                </a:cubicBezTo>
                <a:cubicBezTo>
                  <a:pt x="2305723" y="81971"/>
                  <a:pt x="2525917" y="56091"/>
                  <a:pt x="2744101" y="15192"/>
                </a:cubicBezTo>
                <a:cubicBezTo>
                  <a:pt x="2562964" y="37013"/>
                  <a:pt x="2380220" y="45912"/>
                  <a:pt x="2197414" y="41266"/>
                </a:cubicBezTo>
                <a:cubicBezTo>
                  <a:pt x="2092695" y="38460"/>
                  <a:pt x="1999575" y="31066"/>
                  <a:pt x="1914967" y="18583"/>
                </a:cubicBezTo>
                <a:lnTo>
                  <a:pt x="1815559" y="0"/>
                </a:lnTo>
                <a:lnTo>
                  <a:pt x="2001666" y="0"/>
                </a:lnTo>
                <a:lnTo>
                  <a:pt x="2036517" y="4274"/>
                </a:lnTo>
                <a:cubicBezTo>
                  <a:pt x="2087672" y="8689"/>
                  <a:pt x="2141872" y="11637"/>
                  <a:pt x="2199623" y="13232"/>
                </a:cubicBezTo>
                <a:cubicBezTo>
                  <a:pt x="2273140" y="15225"/>
                  <a:pt x="2346666" y="15008"/>
                  <a:pt x="2420103" y="12601"/>
                </a:cubicBezTo>
                <a:lnTo>
                  <a:pt x="2621330" y="0"/>
                </a:lnTo>
                <a:lnTo>
                  <a:pt x="3076571" y="0"/>
                </a:lnTo>
                <a:lnTo>
                  <a:pt x="2924796" y="36772"/>
                </a:lnTo>
                <a:cubicBezTo>
                  <a:pt x="2603232" y="110795"/>
                  <a:pt x="2272273" y="167441"/>
                  <a:pt x="1946203" y="131277"/>
                </a:cubicBezTo>
                <a:cubicBezTo>
                  <a:pt x="1847872" y="120226"/>
                  <a:pt x="1775939" y="84460"/>
                  <a:pt x="1707026" y="44983"/>
                </a:cubicBezTo>
                <a:close/>
                <a:moveTo>
                  <a:pt x="1007398" y="0"/>
                </a:moveTo>
                <a:lnTo>
                  <a:pt x="1105902" y="0"/>
                </a:lnTo>
                <a:lnTo>
                  <a:pt x="1191939" y="117664"/>
                </a:lnTo>
                <a:cubicBezTo>
                  <a:pt x="1366125" y="341427"/>
                  <a:pt x="1562103" y="551148"/>
                  <a:pt x="1780907" y="743734"/>
                </a:cubicBezTo>
                <a:cubicBezTo>
                  <a:pt x="1801144" y="761313"/>
                  <a:pt x="1821617" y="778348"/>
                  <a:pt x="1841857" y="795932"/>
                </a:cubicBezTo>
                <a:cubicBezTo>
                  <a:pt x="1990610" y="686371"/>
                  <a:pt x="2139633" y="585288"/>
                  <a:pt x="2317896" y="530713"/>
                </a:cubicBezTo>
                <a:cubicBezTo>
                  <a:pt x="2542030" y="462073"/>
                  <a:pt x="2783392" y="434854"/>
                  <a:pt x="3015228" y="399738"/>
                </a:cubicBezTo>
                <a:cubicBezTo>
                  <a:pt x="3052333" y="394202"/>
                  <a:pt x="3010950" y="453937"/>
                  <a:pt x="3000782" y="461219"/>
                </a:cubicBezTo>
                <a:cubicBezTo>
                  <a:pt x="2693972" y="688641"/>
                  <a:pt x="2350770" y="924476"/>
                  <a:pt x="1963190" y="895589"/>
                </a:cubicBezTo>
                <a:cubicBezTo>
                  <a:pt x="2149512" y="1044003"/>
                  <a:pt x="2346363" y="1178199"/>
                  <a:pt x="2552180" y="1298815"/>
                </a:cubicBezTo>
                <a:cubicBezTo>
                  <a:pt x="2674551" y="1263712"/>
                  <a:pt x="2789192" y="1186061"/>
                  <a:pt x="2904618" y="1146081"/>
                </a:cubicBezTo>
                <a:cubicBezTo>
                  <a:pt x="2811839" y="901425"/>
                  <a:pt x="3283913" y="443317"/>
                  <a:pt x="3428829" y="310883"/>
                </a:cubicBezTo>
                <a:cubicBezTo>
                  <a:pt x="3440380" y="300321"/>
                  <a:pt x="3459741" y="295643"/>
                  <a:pt x="3452135" y="318176"/>
                </a:cubicBezTo>
                <a:cubicBezTo>
                  <a:pt x="3377952" y="531416"/>
                  <a:pt x="3301457" y="750112"/>
                  <a:pt x="3169464" y="935661"/>
                </a:cubicBezTo>
                <a:cubicBezTo>
                  <a:pt x="3150662" y="961821"/>
                  <a:pt x="3003773" y="1105010"/>
                  <a:pt x="3049395" y="1070245"/>
                </a:cubicBezTo>
                <a:cubicBezTo>
                  <a:pt x="3162985" y="984423"/>
                  <a:pt x="3272630" y="886628"/>
                  <a:pt x="3401235" y="815534"/>
                </a:cubicBezTo>
                <a:cubicBezTo>
                  <a:pt x="3665893" y="669415"/>
                  <a:pt x="3968082" y="612577"/>
                  <a:pt x="4236947" y="465665"/>
                </a:cubicBezTo>
                <a:cubicBezTo>
                  <a:pt x="4280594" y="441649"/>
                  <a:pt x="4494768" y="287033"/>
                  <a:pt x="4565962" y="350012"/>
                </a:cubicBezTo>
                <a:cubicBezTo>
                  <a:pt x="4574408" y="357446"/>
                  <a:pt x="4561570" y="377121"/>
                  <a:pt x="4557937" y="382666"/>
                </a:cubicBezTo>
                <a:cubicBezTo>
                  <a:pt x="4368036" y="694348"/>
                  <a:pt x="3934455" y="895784"/>
                  <a:pt x="3621049" y="1056676"/>
                </a:cubicBezTo>
                <a:cubicBezTo>
                  <a:pt x="3449155" y="1144851"/>
                  <a:pt x="3289873" y="1230645"/>
                  <a:pt x="3094000" y="1229477"/>
                </a:cubicBezTo>
                <a:cubicBezTo>
                  <a:pt x="2989297" y="1228927"/>
                  <a:pt x="2920834" y="1221837"/>
                  <a:pt x="2813197" y="1263181"/>
                </a:cubicBezTo>
                <a:cubicBezTo>
                  <a:pt x="2746514" y="1288380"/>
                  <a:pt x="2682165" y="1312641"/>
                  <a:pt x="2615776" y="1334114"/>
                </a:cubicBezTo>
                <a:cubicBezTo>
                  <a:pt x="2856074" y="1470609"/>
                  <a:pt x="3106867" y="1588379"/>
                  <a:pt x="3364982" y="1687356"/>
                </a:cubicBezTo>
                <a:cubicBezTo>
                  <a:pt x="3367545" y="1685866"/>
                  <a:pt x="3369560" y="1684144"/>
                  <a:pt x="3371663" y="1683743"/>
                </a:cubicBezTo>
                <a:cubicBezTo>
                  <a:pt x="3559080" y="1639479"/>
                  <a:pt x="3730923" y="1559010"/>
                  <a:pt x="3883310" y="1443899"/>
                </a:cubicBezTo>
                <a:cubicBezTo>
                  <a:pt x="3885702" y="1439761"/>
                  <a:pt x="3888566" y="1434532"/>
                  <a:pt x="3892746" y="1429225"/>
                </a:cubicBezTo>
                <a:cubicBezTo>
                  <a:pt x="4100854" y="1154547"/>
                  <a:pt x="4425526" y="995756"/>
                  <a:pt x="4699980" y="789523"/>
                </a:cubicBezTo>
                <a:lnTo>
                  <a:pt x="4724400" y="769876"/>
                </a:lnTo>
                <a:lnTo>
                  <a:pt x="4724400" y="802845"/>
                </a:lnTo>
                <a:lnTo>
                  <a:pt x="4705958" y="821317"/>
                </a:lnTo>
                <a:cubicBezTo>
                  <a:pt x="4688728" y="839775"/>
                  <a:pt x="4668259" y="862655"/>
                  <a:pt x="4649798" y="877374"/>
                </a:cubicBezTo>
                <a:cubicBezTo>
                  <a:pt x="4443742" y="1038644"/>
                  <a:pt x="4191500" y="1158472"/>
                  <a:pt x="4005326" y="1344259"/>
                </a:cubicBezTo>
                <a:cubicBezTo>
                  <a:pt x="4063256" y="1294104"/>
                  <a:pt x="4132215" y="1254410"/>
                  <a:pt x="4199378" y="1215889"/>
                </a:cubicBezTo>
                <a:cubicBezTo>
                  <a:pt x="4212968" y="1208123"/>
                  <a:pt x="4226555" y="1200357"/>
                  <a:pt x="4239600" y="1192361"/>
                </a:cubicBezTo>
                <a:cubicBezTo>
                  <a:pt x="4399481" y="1099094"/>
                  <a:pt x="4542878" y="976320"/>
                  <a:pt x="4677037" y="858646"/>
                </a:cubicBezTo>
                <a:lnTo>
                  <a:pt x="4724400" y="810414"/>
                </a:lnTo>
                <a:lnTo>
                  <a:pt x="4724400" y="916439"/>
                </a:lnTo>
                <a:lnTo>
                  <a:pt x="4683030" y="982925"/>
                </a:lnTo>
                <a:cubicBezTo>
                  <a:pt x="4504646" y="1237618"/>
                  <a:pt x="4252054" y="1416530"/>
                  <a:pt x="3921884" y="1469889"/>
                </a:cubicBezTo>
                <a:cubicBezTo>
                  <a:pt x="3782100" y="1582602"/>
                  <a:pt x="3625917" y="1667134"/>
                  <a:pt x="3456136" y="1721439"/>
                </a:cubicBezTo>
                <a:cubicBezTo>
                  <a:pt x="3511887" y="1741826"/>
                  <a:pt x="3567869" y="1761662"/>
                  <a:pt x="3624313" y="1780406"/>
                </a:cubicBezTo>
                <a:cubicBezTo>
                  <a:pt x="3850637" y="1855623"/>
                  <a:pt x="4076864" y="1908264"/>
                  <a:pt x="4303638" y="1944400"/>
                </a:cubicBezTo>
                <a:cubicBezTo>
                  <a:pt x="4307581" y="1939634"/>
                  <a:pt x="4311304" y="1935410"/>
                  <a:pt x="4315566" y="1931422"/>
                </a:cubicBezTo>
                <a:cubicBezTo>
                  <a:pt x="4418123" y="1797152"/>
                  <a:pt x="4522970" y="1669642"/>
                  <a:pt x="4664388" y="1574357"/>
                </a:cubicBezTo>
                <a:lnTo>
                  <a:pt x="4724400" y="1537429"/>
                </a:lnTo>
                <a:lnTo>
                  <a:pt x="4724400" y="1589108"/>
                </a:lnTo>
                <a:lnTo>
                  <a:pt x="4644505" y="1640352"/>
                </a:lnTo>
                <a:cubicBezTo>
                  <a:pt x="4543719" y="1713959"/>
                  <a:pt x="4461038" y="1801479"/>
                  <a:pt x="4381603" y="1900149"/>
                </a:cubicBezTo>
                <a:cubicBezTo>
                  <a:pt x="4415438" y="1876488"/>
                  <a:pt x="4447471" y="1849494"/>
                  <a:pt x="4478726" y="1822808"/>
                </a:cubicBezTo>
                <a:cubicBezTo>
                  <a:pt x="4513234" y="1792997"/>
                  <a:pt x="4549530" y="1762011"/>
                  <a:pt x="4588263" y="1735914"/>
                </a:cubicBezTo>
                <a:cubicBezTo>
                  <a:pt x="4619078" y="1714840"/>
                  <a:pt x="4651924" y="1696556"/>
                  <a:pt x="4683216" y="1678902"/>
                </a:cubicBezTo>
                <a:lnTo>
                  <a:pt x="4724400" y="1655121"/>
                </a:lnTo>
                <a:lnTo>
                  <a:pt x="4724400" y="1686869"/>
                </a:lnTo>
                <a:lnTo>
                  <a:pt x="4696172" y="1703058"/>
                </a:lnTo>
                <a:cubicBezTo>
                  <a:pt x="4665104" y="1720165"/>
                  <a:pt x="4632805" y="1738677"/>
                  <a:pt x="4602997" y="1758893"/>
                </a:cubicBezTo>
                <a:cubicBezTo>
                  <a:pt x="4565822" y="1784357"/>
                  <a:pt x="4530304" y="1815035"/>
                  <a:pt x="4496021" y="1844299"/>
                </a:cubicBezTo>
                <a:cubicBezTo>
                  <a:pt x="4470821" y="1865816"/>
                  <a:pt x="4445614" y="1887338"/>
                  <a:pt x="4419004" y="1907617"/>
                </a:cubicBezTo>
                <a:cubicBezTo>
                  <a:pt x="4509516" y="1884856"/>
                  <a:pt x="4599633" y="1841647"/>
                  <a:pt x="4685975" y="1786372"/>
                </a:cubicBezTo>
                <a:lnTo>
                  <a:pt x="4724400" y="1759693"/>
                </a:lnTo>
                <a:lnTo>
                  <a:pt x="4724400" y="1809459"/>
                </a:lnTo>
                <a:lnTo>
                  <a:pt x="4653762" y="1857561"/>
                </a:lnTo>
                <a:cubicBezTo>
                  <a:pt x="4580587" y="1902591"/>
                  <a:pt x="4504944" y="1939172"/>
                  <a:pt x="4428349" y="1963079"/>
                </a:cubicBezTo>
                <a:lnTo>
                  <a:pt x="4724400" y="1990579"/>
                </a:lnTo>
                <a:lnTo>
                  <a:pt x="4724400" y="2065582"/>
                </a:lnTo>
                <a:lnTo>
                  <a:pt x="4686318" y="2063926"/>
                </a:lnTo>
                <a:lnTo>
                  <a:pt x="4724400" y="2085104"/>
                </a:lnTo>
                <a:lnTo>
                  <a:pt x="4724400" y="2178471"/>
                </a:lnTo>
                <a:lnTo>
                  <a:pt x="4617755" y="2122457"/>
                </a:lnTo>
                <a:lnTo>
                  <a:pt x="4724400" y="2196158"/>
                </a:lnTo>
                <a:lnTo>
                  <a:pt x="4724400" y="2230374"/>
                </a:lnTo>
                <a:lnTo>
                  <a:pt x="4573637" y="2126309"/>
                </a:lnTo>
                <a:cubicBezTo>
                  <a:pt x="4608893" y="2177612"/>
                  <a:pt x="4656401" y="2222030"/>
                  <a:pt x="4706850" y="2262541"/>
                </a:cubicBezTo>
                <a:lnTo>
                  <a:pt x="4724400" y="2275857"/>
                </a:lnTo>
                <a:lnTo>
                  <a:pt x="4724400" y="2377131"/>
                </a:lnTo>
                <a:lnTo>
                  <a:pt x="4688201" y="2349925"/>
                </a:lnTo>
                <a:cubicBezTo>
                  <a:pt x="4579462" y="2264619"/>
                  <a:pt x="4483104" y="2181979"/>
                  <a:pt x="4462564" y="2041945"/>
                </a:cubicBezTo>
                <a:cubicBezTo>
                  <a:pt x="4339738" y="2027929"/>
                  <a:pt x="4217123" y="2008847"/>
                  <a:pt x="4094167" y="1984479"/>
                </a:cubicBezTo>
                <a:cubicBezTo>
                  <a:pt x="4361568" y="2318516"/>
                  <a:pt x="4448657" y="2737804"/>
                  <a:pt x="4520397" y="3153822"/>
                </a:cubicBezTo>
                <a:cubicBezTo>
                  <a:pt x="4524234" y="3176690"/>
                  <a:pt x="4478166" y="3233800"/>
                  <a:pt x="4458958" y="3203134"/>
                </a:cubicBezTo>
                <a:cubicBezTo>
                  <a:pt x="4221037" y="2826855"/>
                  <a:pt x="3875607" y="2452063"/>
                  <a:pt x="3972830" y="1973028"/>
                </a:cubicBezTo>
                <a:cubicBezTo>
                  <a:pt x="3973903" y="1968973"/>
                  <a:pt x="3975983" y="1964061"/>
                  <a:pt x="3979154" y="1959605"/>
                </a:cubicBezTo>
                <a:cubicBezTo>
                  <a:pt x="3847070" y="1929437"/>
                  <a:pt x="3715197" y="1894208"/>
                  <a:pt x="3583051" y="1850495"/>
                </a:cubicBezTo>
                <a:cubicBezTo>
                  <a:pt x="3357823" y="1775743"/>
                  <a:pt x="3137042" y="1687421"/>
                  <a:pt x="2922360" y="1586232"/>
                </a:cubicBezTo>
                <a:cubicBezTo>
                  <a:pt x="2956249" y="1697796"/>
                  <a:pt x="3014099" y="1805979"/>
                  <a:pt x="3033099" y="1913175"/>
                </a:cubicBezTo>
                <a:cubicBezTo>
                  <a:pt x="3035371" y="1915419"/>
                  <a:pt x="3037950" y="1918445"/>
                  <a:pt x="3040214" y="1920694"/>
                </a:cubicBezTo>
                <a:cubicBezTo>
                  <a:pt x="3043936" y="1916469"/>
                  <a:pt x="3048200" y="1912482"/>
                  <a:pt x="3051308" y="1911226"/>
                </a:cubicBezTo>
                <a:cubicBezTo>
                  <a:pt x="3335533" y="1788841"/>
                  <a:pt x="3650972" y="2264893"/>
                  <a:pt x="3791335" y="2442781"/>
                </a:cubicBezTo>
                <a:cubicBezTo>
                  <a:pt x="3804329" y="2459223"/>
                  <a:pt x="3763010" y="2515770"/>
                  <a:pt x="3744063" y="2510325"/>
                </a:cubicBezTo>
                <a:cubicBezTo>
                  <a:pt x="3485213" y="2437432"/>
                  <a:pt x="3287280" y="2286035"/>
                  <a:pt x="3103695" y="2105302"/>
                </a:cubicBezTo>
                <a:cubicBezTo>
                  <a:pt x="3126339" y="2333141"/>
                  <a:pt x="3009845" y="2625036"/>
                  <a:pt x="2968137" y="2805672"/>
                </a:cubicBezTo>
                <a:cubicBezTo>
                  <a:pt x="2930699" y="2965580"/>
                  <a:pt x="2891878" y="3078554"/>
                  <a:pt x="2739231" y="3151701"/>
                </a:cubicBezTo>
                <a:cubicBezTo>
                  <a:pt x="2726335" y="3157832"/>
                  <a:pt x="2726972" y="3142650"/>
                  <a:pt x="2728882" y="3135084"/>
                </a:cubicBezTo>
                <a:cubicBezTo>
                  <a:pt x="2806473" y="2811909"/>
                  <a:pt x="2836690" y="2478979"/>
                  <a:pt x="2914282" y="2155807"/>
                </a:cubicBezTo>
                <a:cubicBezTo>
                  <a:pt x="2927505" y="2100241"/>
                  <a:pt x="2969504" y="2020803"/>
                  <a:pt x="2971660" y="1962486"/>
                </a:cubicBezTo>
                <a:cubicBezTo>
                  <a:pt x="2971891" y="1961942"/>
                  <a:pt x="2971575" y="1961166"/>
                  <a:pt x="2971809" y="1960615"/>
                </a:cubicBezTo>
                <a:cubicBezTo>
                  <a:pt x="2971875" y="1957427"/>
                  <a:pt x="2972485" y="1954468"/>
                  <a:pt x="2972315" y="1951821"/>
                </a:cubicBezTo>
                <a:cubicBezTo>
                  <a:pt x="2966359" y="1836632"/>
                  <a:pt x="2865027" y="1683636"/>
                  <a:pt x="2846641" y="1556749"/>
                </a:cubicBezTo>
                <a:cubicBezTo>
                  <a:pt x="2846247" y="1554649"/>
                  <a:pt x="2846851" y="1551688"/>
                  <a:pt x="2847461" y="1548729"/>
                </a:cubicBezTo>
                <a:cubicBezTo>
                  <a:pt x="2570813" y="1412938"/>
                  <a:pt x="2306528" y="1254043"/>
                  <a:pt x="2058558" y="1071804"/>
                </a:cubicBezTo>
                <a:cubicBezTo>
                  <a:pt x="2118947" y="1245450"/>
                  <a:pt x="2231454" y="1407035"/>
                  <a:pt x="2291089" y="1585512"/>
                </a:cubicBezTo>
                <a:cubicBezTo>
                  <a:pt x="2383696" y="1860991"/>
                  <a:pt x="2441466" y="2144264"/>
                  <a:pt x="2473792" y="2432858"/>
                </a:cubicBezTo>
                <a:cubicBezTo>
                  <a:pt x="2475176" y="2446319"/>
                  <a:pt x="2431252" y="2512059"/>
                  <a:pt x="2420124" y="2495762"/>
                </a:cubicBezTo>
                <a:cubicBezTo>
                  <a:pt x="2291230" y="2305989"/>
                  <a:pt x="2208353" y="2083557"/>
                  <a:pt x="2119846" y="1872898"/>
                </a:cubicBezTo>
                <a:cubicBezTo>
                  <a:pt x="2037236" y="1675682"/>
                  <a:pt x="1982639" y="1492905"/>
                  <a:pt x="1995210" y="1288346"/>
                </a:cubicBezTo>
                <a:cubicBezTo>
                  <a:pt x="1948480" y="1372857"/>
                  <a:pt x="1900430" y="1457457"/>
                  <a:pt x="1850975" y="1540820"/>
                </a:cubicBezTo>
                <a:cubicBezTo>
                  <a:pt x="1816437" y="1599587"/>
                  <a:pt x="1789540" y="1661598"/>
                  <a:pt x="1723490" y="1688355"/>
                </a:cubicBezTo>
                <a:cubicBezTo>
                  <a:pt x="1718826" y="1690241"/>
                  <a:pt x="1711811" y="1688563"/>
                  <a:pt x="1710157" y="1683354"/>
                </a:cubicBezTo>
                <a:cubicBezTo>
                  <a:pt x="1675928" y="1583238"/>
                  <a:pt x="1752515" y="1420588"/>
                  <a:pt x="1807265" y="1336896"/>
                </a:cubicBezTo>
                <a:cubicBezTo>
                  <a:pt x="1856904" y="1260695"/>
                  <a:pt x="1925612" y="1200294"/>
                  <a:pt x="2011049" y="1173376"/>
                </a:cubicBezTo>
                <a:cubicBezTo>
                  <a:pt x="2011743" y="1171736"/>
                  <a:pt x="2013211" y="1169782"/>
                  <a:pt x="2014681" y="1167830"/>
                </a:cubicBezTo>
                <a:cubicBezTo>
                  <a:pt x="1995942" y="1119335"/>
                  <a:pt x="1980541" y="1069035"/>
                  <a:pt x="1971037" y="1015438"/>
                </a:cubicBezTo>
                <a:cubicBezTo>
                  <a:pt x="1970873" y="1012795"/>
                  <a:pt x="1971247" y="1010377"/>
                  <a:pt x="1971858" y="1007420"/>
                </a:cubicBezTo>
                <a:cubicBezTo>
                  <a:pt x="1889219" y="944106"/>
                  <a:pt x="1807963" y="877509"/>
                  <a:pt x="1729505" y="808882"/>
                </a:cubicBezTo>
                <a:cubicBezTo>
                  <a:pt x="1652132" y="740719"/>
                  <a:pt x="1577790" y="669969"/>
                  <a:pt x="1506007" y="597733"/>
                </a:cubicBezTo>
                <a:cubicBezTo>
                  <a:pt x="1650265" y="988437"/>
                  <a:pt x="1648039" y="1402749"/>
                  <a:pt x="1499912" y="1795211"/>
                </a:cubicBezTo>
                <a:cubicBezTo>
                  <a:pt x="1496995" y="1803635"/>
                  <a:pt x="1454455" y="1866099"/>
                  <a:pt x="1444926" y="1841464"/>
                </a:cubicBezTo>
                <a:cubicBezTo>
                  <a:pt x="1288444" y="1433999"/>
                  <a:pt x="1179507" y="967467"/>
                  <a:pt x="1425791" y="572788"/>
                </a:cubicBezTo>
                <a:cubicBezTo>
                  <a:pt x="1428418" y="568101"/>
                  <a:pt x="1431907" y="564428"/>
                  <a:pt x="1435390" y="560750"/>
                </a:cubicBezTo>
                <a:cubicBezTo>
                  <a:pt x="1440033" y="554349"/>
                  <a:pt x="1445996" y="547863"/>
                  <a:pt x="1451502" y="542471"/>
                </a:cubicBezTo>
                <a:cubicBezTo>
                  <a:pt x="1361214" y="448553"/>
                  <a:pt x="1275425" y="351231"/>
                  <a:pt x="1194128" y="250903"/>
                </a:cubicBezTo>
                <a:close/>
                <a:moveTo>
                  <a:pt x="890158" y="0"/>
                </a:moveTo>
                <a:lnTo>
                  <a:pt x="937892" y="0"/>
                </a:lnTo>
                <a:lnTo>
                  <a:pt x="924483" y="30495"/>
                </a:lnTo>
                <a:cubicBezTo>
                  <a:pt x="886566" y="121698"/>
                  <a:pt x="856718" y="217584"/>
                  <a:pt x="872288" y="306259"/>
                </a:cubicBezTo>
                <a:cubicBezTo>
                  <a:pt x="896800" y="446040"/>
                  <a:pt x="987449" y="577127"/>
                  <a:pt x="1006247" y="727373"/>
                </a:cubicBezTo>
                <a:cubicBezTo>
                  <a:pt x="1042700" y="1013846"/>
                  <a:pt x="1021035" y="1326579"/>
                  <a:pt x="986481" y="1611960"/>
                </a:cubicBezTo>
                <a:cubicBezTo>
                  <a:pt x="984668" y="1625361"/>
                  <a:pt x="941918" y="1692886"/>
                  <a:pt x="928400" y="1663986"/>
                </a:cubicBezTo>
                <a:cubicBezTo>
                  <a:pt x="723163" y="1233305"/>
                  <a:pt x="596239" y="818387"/>
                  <a:pt x="771281" y="368438"/>
                </a:cubicBezTo>
                <a:lnTo>
                  <a:pt x="200540" y="942511"/>
                </a:lnTo>
                <a:cubicBezTo>
                  <a:pt x="190537" y="952438"/>
                  <a:pt x="161507" y="972341"/>
                  <a:pt x="170253" y="942567"/>
                </a:cubicBezTo>
                <a:cubicBezTo>
                  <a:pt x="222670" y="771614"/>
                  <a:pt x="326261" y="624255"/>
                  <a:pt x="442049" y="489150"/>
                </a:cubicBezTo>
                <a:cubicBezTo>
                  <a:pt x="542966" y="370919"/>
                  <a:pt x="644574" y="322520"/>
                  <a:pt x="788582" y="301724"/>
                </a:cubicBezTo>
                <a:cubicBezTo>
                  <a:pt x="788307" y="293239"/>
                  <a:pt x="787808" y="285302"/>
                  <a:pt x="788312" y="276498"/>
                </a:cubicBezTo>
                <a:cubicBezTo>
                  <a:pt x="793051" y="221208"/>
                  <a:pt x="817827" y="155085"/>
                  <a:pt x="847625" y="89075"/>
                </a:cubicBezTo>
                <a:close/>
                <a:moveTo>
                  <a:pt x="29788" y="0"/>
                </a:moveTo>
                <a:lnTo>
                  <a:pt x="93321" y="0"/>
                </a:lnTo>
                <a:lnTo>
                  <a:pt x="79142" y="68966"/>
                </a:lnTo>
                <a:cubicBezTo>
                  <a:pt x="45734" y="225436"/>
                  <a:pt x="26794" y="379659"/>
                  <a:pt x="21253" y="535687"/>
                </a:cubicBezTo>
                <a:lnTo>
                  <a:pt x="61909" y="380358"/>
                </a:lnTo>
                <a:cubicBezTo>
                  <a:pt x="78826" y="316055"/>
                  <a:pt x="96125" y="249346"/>
                  <a:pt x="118339" y="184712"/>
                </a:cubicBezTo>
                <a:cubicBezTo>
                  <a:pt x="129562" y="152119"/>
                  <a:pt x="141878" y="119997"/>
                  <a:pt x="154192" y="87864"/>
                </a:cubicBezTo>
                <a:lnTo>
                  <a:pt x="186604" y="0"/>
                </a:lnTo>
                <a:lnTo>
                  <a:pt x="216386" y="0"/>
                </a:lnTo>
                <a:lnTo>
                  <a:pt x="180314" y="97640"/>
                </a:lnTo>
                <a:cubicBezTo>
                  <a:pt x="168233" y="129221"/>
                  <a:pt x="155916" y="161350"/>
                  <a:pt x="144924" y="193392"/>
                </a:cubicBezTo>
                <a:cubicBezTo>
                  <a:pt x="123175" y="256933"/>
                  <a:pt x="106102" y="323103"/>
                  <a:pt x="89413" y="386853"/>
                </a:cubicBezTo>
                <a:lnTo>
                  <a:pt x="49686" y="539999"/>
                </a:lnTo>
                <a:cubicBezTo>
                  <a:pt x="112204" y="409054"/>
                  <a:pt x="181190" y="283748"/>
                  <a:pt x="236604" y="152292"/>
                </a:cubicBezTo>
                <a:lnTo>
                  <a:pt x="289375" y="0"/>
                </a:lnTo>
                <a:lnTo>
                  <a:pt x="369729" y="0"/>
                </a:lnTo>
                <a:lnTo>
                  <a:pt x="354160" y="65656"/>
                </a:lnTo>
                <a:cubicBezTo>
                  <a:pt x="272180" y="311007"/>
                  <a:pt x="108679" y="519263"/>
                  <a:pt x="21325" y="763628"/>
                </a:cubicBezTo>
                <a:cubicBezTo>
                  <a:pt x="18671" y="771035"/>
                  <a:pt x="13191" y="778653"/>
                  <a:pt x="6426" y="785104"/>
                </a:cubicBezTo>
                <a:lnTo>
                  <a:pt x="0" y="789215"/>
                </a:lnTo>
                <a:lnTo>
                  <a:pt x="0" y="163142"/>
                </a:lnTo>
                <a:lnTo>
                  <a:pt x="20220" y="37416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F759F-8239-6C4E-5072-24D38AEF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676400"/>
            <a:ext cx="4038600" cy="3505200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endParaRPr lang="en-NZ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B8F5-EDE2-7655-F2FD-67F9D6973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1676400"/>
            <a:ext cx="5181599" cy="3505200"/>
          </a:xfrm>
        </p:spPr>
        <p:txBody>
          <a:bodyPr>
            <a:normAutofit/>
          </a:bodyPr>
          <a:lstStyle/>
          <a:p>
            <a:r>
              <a:rPr lang="en-US" sz="1100" b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Summarizing data: </a:t>
            </a:r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Means, medians, modes, and totals help reduce complex data to manageable summaries.</a:t>
            </a:r>
          </a:p>
          <a:p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100" b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roup comparisons: </a:t>
            </a:r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 lets us compare across categories or time periods meaningfully.</a:t>
            </a:r>
          </a:p>
          <a:p>
            <a:r>
              <a:rPr lang="en-US" sz="1100" b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Hiding variability: </a:t>
            </a:r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useful, aggregation can mask important patterns and outliers.</a:t>
            </a:r>
          </a:p>
          <a:p>
            <a:r>
              <a:rPr lang="en-US" sz="1100" b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Weighting matters: </a:t>
            </a:r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values are combined (e.g., weighted averages) can change interpretations.</a:t>
            </a:r>
          </a:p>
          <a:p>
            <a:r>
              <a:rPr lang="en-US" sz="1100" b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Roll-ups and drill-downs: </a:t>
            </a:r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Aggregated views support high-level decisions; detailed views support diagnostics.</a:t>
            </a:r>
          </a:p>
          <a:p>
            <a:r>
              <a:rPr lang="en-US" sz="1100" b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awareness: </a:t>
            </a:r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Knowing the shape of the data (skewed, bimodal) is crucial before aggregating.</a:t>
            </a:r>
          </a:p>
          <a:p>
            <a:r>
              <a:rPr lang="en-US" sz="1100" b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Combining dimensions: </a:t>
            </a:r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Aggregating across multiple variables helps reveal interactions and trends.</a:t>
            </a:r>
          </a:p>
          <a:p>
            <a:r>
              <a:rPr lang="en-US" sz="1100" b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 ≠ simplification: </a:t>
            </a:r>
            <a:r>
              <a:rPr lang="en-US" sz="110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a tool, not the answer. Use it to clarify, not oversimplify.</a:t>
            </a:r>
            <a:endParaRPr lang="en-NZ" sz="1100">
              <a:solidFill>
                <a:schemeClr val="tx1">
                  <a:alpha val="5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11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5B544-7DE7-4676-97EE-9D20583C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  <a:endParaRPr lang="en-NZ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7794-477C-3353-2B13-67EEFE1F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Inevitable: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All statistical analysis involves uncertainty—never confuse estimates with exact values.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Confidence, not certainty: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We use confidence intervals and probability to express how unsure we are.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Sources of uncertainty: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Comes from measurement error, randomness, model assumptions, etc.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Quantified doubt: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doesn’t eliminate uncertainty; it helps quantify and manage it.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uncertainty: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around uncertainty improves decision-making and trust.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 vs explanation: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is different when you're trying to forecast vs understand.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assessment: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applications, managing uncertainty is more valuable than eliminating it.</a:t>
            </a:r>
          </a:p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Smaller samples = more uncertainty: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The less data you have, the fuzzier your conclusions get.</a:t>
            </a:r>
            <a:endParaRPr lang="en-NZ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oup of yellow figures and a red figure on the other side">
            <a:extLst>
              <a:ext uri="{FF2B5EF4-FFF2-40B4-BE49-F238E27FC236}">
                <a16:creationId xmlns:a16="http://schemas.microsoft.com/office/drawing/2014/main" id="{AF09B3E5-1F08-DCAF-83D4-A8BEBAF59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92" r="577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194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AC9EF-0F6F-CB4C-59A3-033458DB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a population</a:t>
            </a:r>
            <a:endParaRPr lang="en-NZ" sz="3200" b="1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96FA-417D-1594-27B5-1228A1ED0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aggregation implies that we can make useful insights by </a:t>
            </a:r>
            <a:r>
              <a:rPr lang="en-NZ"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collapsing across data.</a:t>
            </a:r>
          </a:p>
          <a:p>
            <a:r>
              <a:rPr lang="en-US"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how much data do we need?</a:t>
            </a:r>
          </a:p>
          <a:p>
            <a:r>
              <a:rPr lang="en-US"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idea of sampling says that we can summarize an entire population based on just a small number of samples from the population.</a:t>
            </a:r>
          </a:p>
          <a:p>
            <a:r>
              <a:rPr lang="en-US"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long as those samples are obtained in the right way.</a:t>
            </a:r>
            <a:endParaRPr lang="en-NZ" sz="200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2EA39-2F1B-A8E4-864F-2ADFD6486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2336470"/>
            <a:ext cx="4797056" cy="223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3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88391F-E2D3-942D-7BE1-EE2560061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Activity - Beijing Multi-Site Air Quality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457D82-83FB-547E-C567-CC1F91EBF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rgbClr val="595959"/>
                </a:solidFill>
              </a:rPr>
              <a:t>See activity for statistical analysis using  Beijing Multi-Site Air Quality. See link: </a:t>
            </a:r>
            <a:r>
              <a:rPr lang="en-US" sz="1700" b="1">
                <a:solidFill>
                  <a:srgbClr val="595959"/>
                </a:solidFill>
                <a:hlinkClick r:id="rId2"/>
              </a:rPr>
              <a:t>https://archive.ics.uci.edu/dataset/501/beijing+multi+site+air+quality+data</a:t>
            </a:r>
            <a:r>
              <a:rPr lang="en-US" sz="1700" b="1">
                <a:solidFill>
                  <a:srgbClr val="595959"/>
                </a:solidFill>
              </a:rPr>
              <a:t> </a:t>
            </a:r>
          </a:p>
          <a:p>
            <a:endParaRPr lang="en-US" sz="1700" b="1">
              <a:solidFill>
                <a:srgbClr val="595959"/>
              </a:solidFill>
            </a:endParaRPr>
          </a:p>
          <a:p>
            <a:r>
              <a:rPr lang="en-US" sz="1700" b="1">
                <a:solidFill>
                  <a:srgbClr val="595959"/>
                </a:solidFill>
              </a:rPr>
              <a:t>See tasks in the next slide …</a:t>
            </a:r>
          </a:p>
          <a:p>
            <a:endParaRPr lang="en-US" sz="1700" b="1">
              <a:solidFill>
                <a:srgbClr val="595959"/>
              </a:solidFill>
            </a:endParaRPr>
          </a:p>
          <a:p>
            <a:r>
              <a:rPr lang="en-US" sz="1700" b="1">
                <a:solidFill>
                  <a:srgbClr val="595959"/>
                </a:solidFill>
              </a:rPr>
              <a:t>Help link: </a:t>
            </a:r>
            <a:r>
              <a:rPr lang="en-US" sz="1700" b="1">
                <a:solidFill>
                  <a:srgbClr val="595959"/>
                </a:solidFill>
                <a:hlinkClick r:id="rId3"/>
              </a:rPr>
              <a:t>https://royalsocietypublishing.org/rspa/article/473/2205/20170457/57438/Cautionary-tales-on-air-quality-improvement-in</a:t>
            </a:r>
            <a:r>
              <a:rPr lang="en-US" sz="1700" b="1">
                <a:solidFill>
                  <a:srgbClr val="595959"/>
                </a:solidFill>
              </a:rPr>
              <a:t> </a:t>
            </a:r>
            <a:endParaRPr lang="en-US" sz="1700">
              <a:solidFill>
                <a:srgbClr val="595959"/>
              </a:solidFill>
            </a:endParaRPr>
          </a:p>
        </p:txBody>
      </p:sp>
      <p:pic>
        <p:nvPicPr>
          <p:cNvPr id="11" name="Graphic 10" descr="Map with pin">
            <a:extLst>
              <a:ext uri="{FF2B5EF4-FFF2-40B4-BE49-F238E27FC236}">
                <a16:creationId xmlns:a16="http://schemas.microsoft.com/office/drawing/2014/main" id="{E7B3206C-FB43-AFA3-8808-71ED80788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1801" y="1053257"/>
            <a:ext cx="4797056" cy="479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89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FE7D6-7E8A-3CF1-4D81-66AE4A94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C2A30C-A5D5-B375-9820-59982DA027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2CDBB5-4F41-57FA-770B-BA5718FFA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Tasks- Activity - Beijing Multi-Site Air Quality- cont.</a:t>
            </a:r>
            <a:endParaRPr lang="en-US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D403BEB7-31F9-F827-A051-EC6B0B7B8F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2717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4502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79CE5-C267-10D5-3C20-F70A146A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95BAC87-525D-D5DC-B7C0-9692119D32C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12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7D97C-2A1A-F3C2-073A-A8FF2BEA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Tasks- Activity - Beijing Multi-Site Air Quality- cont.</a:t>
            </a:r>
            <a:endParaRPr lang="en-US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11E56DAD-0AE4-AF36-DDE0-6B189DCA5A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8903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5811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D6EF5-435F-C9B0-80C2-320E8627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Causality and statistics</a:t>
            </a:r>
            <a:endParaRPr lang="en-NZ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D9C93-C362-CDB9-062D-05170DCF7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≠ Causation: 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Just because two variables move together doesn’t mean one causes the other.</a:t>
            </a:r>
          </a:p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Causal inference needs structure: 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experiments, longitudinal data, or causal models are required.</a:t>
            </a:r>
          </a:p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Confounding variables: 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Hidden factors can make it look like there’s a causal link when there isn’t.</a:t>
            </a:r>
          </a:p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vs observational data: 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offer cleaner causal insights; observational data needs caution.</a:t>
            </a:r>
          </a:p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Causal mechanisms: 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Explaining </a:t>
            </a:r>
            <a:r>
              <a:rPr lang="en-US" sz="1300" i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something causes something else matters, not just showing an effect.</a:t>
            </a:r>
          </a:p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thinking: 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Causal questions ask: “What would have happened if X didn’t occur?”</a:t>
            </a:r>
          </a:p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Instrumental variables and natural experiments: 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When Randomized Controlled Trials (RCTs) aren’t possible, these tools help isolate causality.</a:t>
            </a:r>
          </a:p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Misleading causality is dangerous: </a:t>
            </a: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Bad causal claims can lead to poor decisions, especially in policy and medicine.</a:t>
            </a:r>
            <a:endParaRPr lang="en-NZ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66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69EDC-63BB-2810-07F7-7901EB20F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and why Statistical Thinking?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9F617-C49A-A5AB-3624-551B45DC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656" y="270142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400"/>
              <a:t>What can statistics do for us?</a:t>
            </a:r>
          </a:p>
          <a:p>
            <a:pPr marL="0"/>
            <a:r>
              <a:rPr lang="en-US" sz="1400" b="1"/>
              <a:t>Describe:</a:t>
            </a:r>
            <a:r>
              <a:rPr lang="en-US" sz="1400"/>
              <a:t> The world is complex and we often need to describe it in a simplified way that we can understand.</a:t>
            </a:r>
          </a:p>
          <a:p>
            <a:pPr marL="0"/>
            <a:r>
              <a:rPr lang="en-US" sz="1400" b="1"/>
              <a:t>Decide:</a:t>
            </a:r>
            <a:r>
              <a:rPr lang="en-US" sz="1400"/>
              <a:t> We often need to make decisions based on data, usually in the face of uncertainty.</a:t>
            </a:r>
          </a:p>
          <a:p>
            <a:pPr marL="0"/>
            <a:r>
              <a:rPr lang="en-US" sz="1400" b="1"/>
              <a:t>Predict:</a:t>
            </a:r>
            <a:r>
              <a:rPr lang="en-US" sz="1400"/>
              <a:t> We often wish to make predictions about new situations based on our knowledge of previous situations.</a:t>
            </a:r>
          </a:p>
          <a:p>
            <a:pPr marL="0"/>
            <a:endParaRPr lang="en-US" sz="1400"/>
          </a:p>
          <a:p>
            <a:pPr marL="0"/>
            <a:r>
              <a:rPr lang="en-US" sz="1400"/>
              <a:t> </a:t>
            </a:r>
            <a:endParaRPr lang="en-US" sz="1400">
              <a:highlight>
                <a:srgbClr val="FFFFFF"/>
              </a:highlight>
              <a:sym typeface="Nunito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9F194-E511-F6EB-1F87-FE10459A0F74}"/>
              </a:ext>
            </a:extLst>
          </p:cNvPr>
          <p:cNvSpPr txBox="1">
            <a:spLocks/>
          </p:cNvSpPr>
          <p:nvPr/>
        </p:nvSpPr>
        <p:spPr>
          <a:xfrm>
            <a:off x="6256020" y="2701427"/>
            <a:ext cx="4554501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/>
          </a:p>
          <a:p>
            <a:pPr marL="1143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1600">
                <a:highlight>
                  <a:srgbClr val="FFFFFF"/>
                </a:highlight>
                <a:sym typeface="Nunito"/>
              </a:rPr>
              <a:t>Why study statistics?</a:t>
            </a:r>
          </a:p>
          <a:p>
            <a:pPr marL="4572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1600">
                <a:highlight>
                  <a:srgbClr val="FFFFFF"/>
                </a:highlight>
                <a:sym typeface="Nunito"/>
              </a:rPr>
              <a:t>Scientists conduct research to answer questions, examine ideas, and test theories. </a:t>
            </a:r>
          </a:p>
          <a:p>
            <a:pPr marL="4572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1600">
                <a:highlight>
                  <a:srgbClr val="FFFFFF"/>
                </a:highlight>
                <a:sym typeface="Nunito"/>
              </a:rPr>
              <a:t>Statistics are relevant for </a:t>
            </a:r>
            <a:r>
              <a:rPr lang="en-US" sz="1600" b="1">
                <a:highlight>
                  <a:srgbClr val="FFFFFF"/>
                </a:highlight>
                <a:sym typeface="Nunito"/>
              </a:rPr>
              <a:t>quantitative research</a:t>
            </a:r>
            <a:r>
              <a:rPr lang="en-US" sz="1600">
                <a:highlight>
                  <a:srgbClr val="FFFFFF"/>
                </a:highlight>
                <a:sym typeface="Nunito"/>
              </a:rPr>
              <a:t> projects: numbers and data used as information</a:t>
            </a:r>
          </a:p>
          <a:p>
            <a:pPr marL="4572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1600">
                <a:highlight>
                  <a:srgbClr val="FFFFFF"/>
                </a:highlight>
                <a:sym typeface="Nunito"/>
              </a:rPr>
              <a:t>Statistics are mathematical techniques used by social scientists to analyze data in order to </a:t>
            </a:r>
            <a:r>
              <a:rPr lang="en-US" sz="1600" b="1">
                <a:highlight>
                  <a:srgbClr val="FFFFFF"/>
                </a:highlight>
                <a:sym typeface="Nunito"/>
              </a:rPr>
              <a:t>answer questions and test theories.</a:t>
            </a:r>
          </a:p>
        </p:txBody>
      </p:sp>
    </p:spTree>
    <p:extLst>
      <p:ext uri="{BB962C8B-B14F-4D97-AF65-F5344CB8AC3E}">
        <p14:creationId xmlns:p14="http://schemas.microsoft.com/office/powerpoint/2010/main" val="3387735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50765-B89E-C01C-6C3F-F29CF9E96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0CCE-D99D-051D-7E56-8FAD4E03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5334000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Importance of data manipulation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1F9498-EAFB-C1CE-1F5F-8B9DB27B5317}"/>
              </a:ext>
            </a:extLst>
          </p:cNvPr>
          <p:cNvSpPr txBox="1">
            <a:spLocks/>
          </p:cNvSpPr>
          <p:nvPr/>
        </p:nvSpPr>
        <p:spPr>
          <a:xfrm>
            <a:off x="762000" y="2551176"/>
            <a:ext cx="5334000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/>
          </a:p>
          <a:p>
            <a:pPr marL="1143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 b="1">
                <a:highlight>
                  <a:srgbClr val="FFFFFF"/>
                </a:highlight>
                <a:sym typeface="Nunito"/>
              </a:rPr>
              <a:t>Studies without statistics</a:t>
            </a:r>
          </a:p>
          <a:p>
            <a:pPr marL="4572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>
                <a:highlight>
                  <a:srgbClr val="FFFFFF"/>
                </a:highlight>
                <a:sym typeface="Nunito"/>
              </a:rPr>
              <a:t>Some of the most important works in the social sciences do utilize statistics. </a:t>
            </a:r>
          </a:p>
          <a:p>
            <a:pPr marL="4572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>
                <a:highlight>
                  <a:srgbClr val="FFFFFF"/>
                </a:highlight>
                <a:sym typeface="Nunito"/>
              </a:rPr>
              <a:t>There is nothing magical about data and statistics. </a:t>
            </a:r>
          </a:p>
          <a:p>
            <a:pPr marL="4572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>
                <a:highlight>
                  <a:srgbClr val="FFFFFF"/>
                </a:highlight>
                <a:sym typeface="Nunito"/>
              </a:rPr>
              <a:t>Presence of numbers guarantees nothing about the quality of a scientific inquiry. </a:t>
            </a:r>
          </a:p>
          <a:p>
            <a:pPr marL="457200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>
                <a:highlight>
                  <a:srgbClr val="FFFFFF"/>
                </a:highlight>
                <a:sym typeface="Nunito"/>
              </a:rPr>
              <a:t>Basic terms: </a:t>
            </a:r>
            <a:r>
              <a:rPr lang="en-US" sz="2000" i="1">
                <a:highlight>
                  <a:srgbClr val="FFFFFF"/>
                </a:highlight>
                <a:sym typeface="Nunito"/>
              </a:rPr>
              <a:t>Observation, Opinion, Assumption, Story, Anecdote, and Feeling.</a:t>
            </a:r>
            <a:endParaRPr lang="en-US" sz="2000">
              <a:highlight>
                <a:srgbClr val="FFFFFF"/>
              </a:highlight>
              <a:sym typeface="Nunito"/>
            </a:endParaRPr>
          </a:p>
        </p:txBody>
      </p:sp>
      <p:pic>
        <p:nvPicPr>
          <p:cNvPr id="8" name="Picture 7" descr="Chemical formulas are written on paper">
            <a:extLst>
              <a:ext uri="{FF2B5EF4-FFF2-40B4-BE49-F238E27FC236}">
                <a16:creationId xmlns:a16="http://schemas.microsoft.com/office/drawing/2014/main" id="{E477C970-9C12-EA6B-2ADD-CE09377753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16" r="7471"/>
          <a:stretch>
            <a:fillRect/>
          </a:stretch>
        </p:blipFill>
        <p:spPr>
          <a:xfrm>
            <a:off x="6979129" y="1"/>
            <a:ext cx="5212862" cy="3429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554213-29CB-72EC-43D8-F81AF58662A5}"/>
              </a:ext>
            </a:extLst>
          </p:cNvPr>
          <p:cNvSpPr txBox="1">
            <a:spLocks/>
          </p:cNvSpPr>
          <p:nvPr/>
        </p:nvSpPr>
        <p:spPr>
          <a:xfrm>
            <a:off x="6324600" y="1346652"/>
            <a:ext cx="4441371" cy="36172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spcBef>
                <a:spcPts val="0"/>
              </a:spcBef>
              <a:buClr>
                <a:srgbClr val="273239"/>
              </a:buClr>
              <a:buSzPts val="1800"/>
              <a:buNone/>
            </a:pPr>
            <a:r>
              <a:rPr lang="en-US" sz="2000" b="1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Studies with statistics</a:t>
            </a:r>
          </a:p>
          <a:p>
            <a:pPr marL="457200" indent="-342900" algn="just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Data can be the most trustworthy information available to the researcher. </a:t>
            </a:r>
          </a:p>
          <a:p>
            <a:pPr marL="457200" indent="-342900" algn="just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Researchers must organize, evaluate analyze data.</a:t>
            </a:r>
          </a:p>
          <a:p>
            <a:pPr marL="457200" indent="-342900" algn="just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Without understanding of statistical analysis researcher will be unable to male sense of data. </a:t>
            </a:r>
          </a:p>
          <a:p>
            <a:pPr marL="457200" indent="-342900" algn="just">
              <a:spcBef>
                <a:spcPts val="0"/>
              </a:spcBef>
              <a:buClr>
                <a:srgbClr val="273239"/>
              </a:buClr>
              <a:buSzPts val="1800"/>
            </a:pPr>
            <a:r>
              <a:rPr lang="en-US" sz="20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Basic Statistical terms: </a:t>
            </a:r>
            <a:r>
              <a:rPr lang="en-US" sz="2000" i="1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Ratio, Proportion, Percentage Rate, Median, Mean, and Trend.</a:t>
            </a:r>
          </a:p>
        </p:txBody>
      </p:sp>
    </p:spTree>
    <p:extLst>
      <p:ext uri="{BB962C8B-B14F-4D97-AF65-F5344CB8AC3E}">
        <p14:creationId xmlns:p14="http://schemas.microsoft.com/office/powerpoint/2010/main" val="3209554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DA38E-D902-DCF7-036F-87EE5A77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D5D2E51-A652-4FCB-ADE3-8974F2723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08E18253-076D-4D89-968E-FCD8887E2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F6EBCC24-DE3B-4BAD-9624-83E1C2D66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F5DD8-56E7-AA9F-37BD-7800932C4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37176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/>
              <a:t>The Wheel of science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07AF1D-AB44-447B-BC2F-DBECCC06C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CD70E2-BD62-41E4-975D-E58B07928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F5CD1A-9793-392E-AB52-2C88723324D3}"/>
              </a:ext>
            </a:extLst>
          </p:cNvPr>
          <p:cNvSpPr txBox="1">
            <a:spLocks/>
          </p:cNvSpPr>
          <p:nvPr/>
        </p:nvSpPr>
        <p:spPr>
          <a:xfrm>
            <a:off x="438912" y="2514600"/>
            <a:ext cx="4837176" cy="3666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800">
                <a:highlight>
                  <a:srgbClr val="FFFFFF"/>
                </a:highlight>
                <a:sym typeface="Nunito"/>
              </a:rPr>
              <a:t>Scientific theory and research continually shape each other.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136514-F13F-FE23-85C3-E8F0065E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338" y="583207"/>
            <a:ext cx="2327563" cy="2112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9B704B-C6D1-7493-B81E-AC94D2588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744" y="1050557"/>
            <a:ext cx="2505456" cy="117756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4A09BA-3EEF-2147-745E-67B65D465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676251"/>
              </p:ext>
            </p:extLst>
          </p:nvPr>
        </p:nvGraphicFramePr>
        <p:xfrm>
          <a:off x="6565392" y="3183698"/>
          <a:ext cx="5228808" cy="271188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675902">
                  <a:extLst>
                    <a:ext uri="{9D8B030D-6E8A-4147-A177-3AD203B41FA5}">
                      <a16:colId xmlns:a16="http://schemas.microsoft.com/office/drawing/2014/main" val="3013857695"/>
                    </a:ext>
                  </a:extLst>
                </a:gridCol>
                <a:gridCol w="2552906">
                  <a:extLst>
                    <a:ext uri="{9D8B030D-6E8A-4147-A177-3AD203B41FA5}">
                      <a16:colId xmlns:a16="http://schemas.microsoft.com/office/drawing/2014/main" val="1108044643"/>
                    </a:ext>
                  </a:extLst>
                </a:gridCol>
              </a:tblGrid>
              <a:tr h="797397">
                <a:tc>
                  <a:txBody>
                    <a:bodyPr/>
                    <a:lstStyle/>
                    <a:p>
                      <a:r>
                        <a:rPr lang="en-US" sz="1900" b="0" cap="none" spc="60">
                          <a:solidFill>
                            <a:schemeClr val="bg1"/>
                          </a:solidFill>
                        </a:rPr>
                        <a:t>Inductive Reasoning</a:t>
                      </a:r>
                      <a:endParaRPr lang="en-NZ" sz="1900" b="0" cap="none" spc="60">
                        <a:solidFill>
                          <a:schemeClr val="bg1"/>
                        </a:solidFill>
                      </a:endParaRPr>
                    </a:p>
                  </a:txBody>
                  <a:tcPr marL="110239" marR="110239" marT="110239" marB="551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cap="none" spc="60">
                          <a:solidFill>
                            <a:schemeClr val="bg1"/>
                          </a:solidFill>
                        </a:rPr>
                        <a:t>Deductive Reasoning</a:t>
                      </a:r>
                      <a:endParaRPr lang="en-NZ" sz="1900" b="0" cap="none" spc="60">
                        <a:solidFill>
                          <a:schemeClr val="bg1"/>
                        </a:solidFill>
                      </a:endParaRPr>
                    </a:p>
                  </a:txBody>
                  <a:tcPr marL="110239" marR="110239" marT="110239" marB="551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969295"/>
                  </a:ext>
                </a:extLst>
              </a:tr>
              <a:tr h="466679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 start with data. </a:t>
                      </a:r>
                      <a:endParaRPr lang="en-NZ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0239" marR="110239" marT="110239" marB="55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 start with theory.</a:t>
                      </a:r>
                      <a:endParaRPr lang="en-NZ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0239" marR="110239" marT="110239" marB="55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421739"/>
                  </a:ext>
                </a:extLst>
              </a:tr>
              <a:tr h="723904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 infer conclusions from data</a:t>
                      </a:r>
                      <a:endParaRPr lang="en-NZ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0239" marR="110239" marT="110239" marB="55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 confirm a hypothesis</a:t>
                      </a:r>
                      <a:endParaRPr lang="en-NZ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0239" marR="110239" marT="110239" marB="55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893989"/>
                  </a:ext>
                </a:extLst>
              </a:tr>
              <a:tr h="723904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 tend to do qualitative research</a:t>
                      </a:r>
                      <a:endParaRPr lang="en-NZ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0239" marR="110239" marT="110239" marB="55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 tend to do quantitative research</a:t>
                      </a:r>
                      <a:endParaRPr lang="en-NZ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0239" marR="110239" marT="110239" marB="55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669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929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29BD8-E698-A43F-43BB-970F8249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622"/>
          </a:xfrm>
        </p:spPr>
        <p:txBody>
          <a:bodyPr>
            <a:normAutofit fontScale="90000"/>
          </a:bodyPr>
          <a:lstStyle/>
          <a:p>
            <a:r>
              <a:rPr lang="en-US" dirty="0"/>
              <a:t>Statistical Analysis </a:t>
            </a:r>
            <a:endParaRPr lang="en-NZ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A398BF-4665-BB8C-2F27-ACB3ACBFD978}"/>
              </a:ext>
            </a:extLst>
          </p:cNvPr>
          <p:cNvSpPr txBox="1">
            <a:spLocks/>
          </p:cNvSpPr>
          <p:nvPr/>
        </p:nvSpPr>
        <p:spPr>
          <a:xfrm>
            <a:off x="1045029" y="1346653"/>
            <a:ext cx="4682003" cy="4897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of data should be applied after successfully completing earlier phases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Rigorous conceptualization and use of theory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research design and methods</a:t>
            </a:r>
          </a:p>
          <a:p>
            <a:pPr lvl="1" algn="just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Well-conceived research questions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research literature to learn how to</a:t>
            </a:r>
          </a:p>
          <a:p>
            <a:pPr lvl="1" algn="just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clarify definitions</a:t>
            </a:r>
          </a:p>
          <a:p>
            <a:pPr lvl="1" algn="just"/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social concepts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questions and indicators to measure </a:t>
            </a: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F3021CD-44B6-749A-4365-1B14B0AD4D2B}"/>
              </a:ext>
            </a:extLst>
          </p:cNvPr>
          <p:cNvSpPr txBox="1">
            <a:spLocks/>
          </p:cNvSpPr>
          <p:nvPr/>
        </p:nvSpPr>
        <p:spPr>
          <a:xfrm>
            <a:off x="6096000" y="1346653"/>
            <a:ext cx="4682003" cy="4897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normal course of science, we rarely are in a position to declare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true or false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will gradually accumulate over time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 judgments of truth will be the result of many years of research and debate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stimulates research and research </a:t>
            </a:r>
            <a:r>
              <a:rPr lang="en-N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shapes theory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key to enhance our understanding of the </a:t>
            </a: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world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is one of the most important links </a:t>
            </a:r>
            <a:r>
              <a:rPr lang="en-N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theory and research</a:t>
            </a:r>
            <a:endParaRPr lang="en-US" sz="20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1996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75FE-253E-2B6F-06C7-059E6D59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2" y="220747"/>
            <a:ext cx="10515600" cy="78990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variables and how they relate</a:t>
            </a:r>
            <a:endParaRPr lang="en-NZ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371913-2001-9C3E-3A58-FCFEB0B7F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44675"/>
              </p:ext>
            </p:extLst>
          </p:nvPr>
        </p:nvGraphicFramePr>
        <p:xfrm>
          <a:off x="774030" y="878305"/>
          <a:ext cx="10515600" cy="3931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036044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367862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42691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NZ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230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Quantitative</a:t>
                      </a:r>
                      <a:endParaRPr lang="en-NZ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Revenue, 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Measurable — can be counted or calculated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441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Whole numbers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395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spent on 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value on a 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275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Qualitative</a:t>
                      </a:r>
                      <a:endParaRPr lang="en-NZ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Gender,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Categories or labels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783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natural 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31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NZ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Satisfaction (Low/Med/High)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Ordered categories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4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en-NZ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Yes/No, Clicked/Not Clicked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two possible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64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en-NZ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Date, Month,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trends &amp; forecasting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060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Identifier</a:t>
                      </a:r>
                      <a:endParaRPr lang="en-NZ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ID, Order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labels (not for analysis)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6352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4ADED9-31BF-F53E-BC52-05B3DAF3A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094756"/>
              </p:ext>
            </p:extLst>
          </p:nvPr>
        </p:nvGraphicFramePr>
        <p:xfrm>
          <a:off x="693821" y="4991333"/>
          <a:ext cx="10515600" cy="1645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659270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4352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42991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NZ" b="1" dirty="0"/>
                        <a:t>Relation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41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b="1" dirty="0"/>
                        <a:t>Correlation</a:t>
                      </a:r>
                      <a:endParaRPr lang="en-NZ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Two variables move together (association)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More hours studied → Higher grades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12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NZ" b="1" dirty="0"/>
                        <a:t>Causation</a:t>
                      </a:r>
                      <a:endParaRPr lang="en-NZ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One variable directly affects the 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Training increases job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5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43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745DE-BCB4-3977-FF4A-C6F1F165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General classes of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4B53-C403-3855-1275-82FA31C8B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600" b="1"/>
              <a:t>Types of Statistical Analyses:</a:t>
            </a:r>
          </a:p>
          <a:p>
            <a:pPr marL="514350"/>
            <a:r>
              <a:rPr lang="en-US" sz="1600" b="1"/>
              <a:t>Descriptive Statistics </a:t>
            </a:r>
            <a:r>
              <a:rPr lang="en-US" sz="1600"/>
              <a:t>is concerned with summary calculations, graphs, charts, and tables.</a:t>
            </a:r>
          </a:p>
          <a:p>
            <a:pPr marL="0"/>
            <a:r>
              <a:rPr lang="en-US" sz="1600" i="1"/>
              <a:t>Example:  "The average income of a random sample of 104 families in Baltimore City is $28,673."</a:t>
            </a:r>
          </a:p>
          <a:p>
            <a:pPr marL="0"/>
            <a:r>
              <a:rPr lang="en-US" sz="1600"/>
              <a:t>2. </a:t>
            </a:r>
            <a:r>
              <a:rPr lang="en-US" sz="1600" b="1"/>
              <a:t>Inferential Statistics </a:t>
            </a:r>
            <a:r>
              <a:rPr lang="en-US" sz="1600"/>
              <a:t>is a method used to generalize from a sample to a population. For example, the average income of all families in the US (the population) can be estimated from figures obtained from a few hundred families (the sample).</a:t>
            </a:r>
          </a:p>
          <a:p>
            <a:pPr marL="0"/>
            <a:r>
              <a:rPr lang="en-US" sz="1600" i="1"/>
              <a:t>Example: "This sample of 104 families from Baltimore City indicates with 95% confident we can conclude that the average family income in the Baltimore City is between $25,187 and $29,328."</a:t>
            </a:r>
          </a:p>
          <a:p>
            <a:pPr marL="0"/>
            <a:endParaRPr lang="en-US" sz="1600"/>
          </a:p>
        </p:txBody>
      </p:sp>
      <p:pic>
        <p:nvPicPr>
          <p:cNvPr id="14" name="Picture 13" descr="Magnifying glass showing decling performance">
            <a:extLst>
              <a:ext uri="{FF2B5EF4-FFF2-40B4-BE49-F238E27FC236}">
                <a16:creationId xmlns:a16="http://schemas.microsoft.com/office/drawing/2014/main" id="{3D42988D-B3AD-AD28-E071-D9500D6C4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0" r="3936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5397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2A325-B7E6-AF4B-B649-3EF3CD88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DDBF1-F5CC-8BAB-BFF4-EFED19FB3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/>
              <a:t>Univariate descriptive statistics</a:t>
            </a:r>
          </a:p>
          <a:p>
            <a:pPr lvl="1"/>
            <a:r>
              <a:rPr lang="en-US" sz="1900"/>
              <a:t>Summarize or describe the distribution of a single variable. </a:t>
            </a:r>
          </a:p>
          <a:p>
            <a:pPr lvl="1"/>
            <a:r>
              <a:rPr lang="en-US" sz="1900"/>
              <a:t>Includes percentages, averages and grphs. </a:t>
            </a:r>
          </a:p>
          <a:p>
            <a:pPr lvl="1"/>
            <a:r>
              <a:rPr lang="en-US" sz="1900"/>
              <a:t>Data reduction: few numbers summarize many. </a:t>
            </a:r>
          </a:p>
          <a:p>
            <a:r>
              <a:rPr lang="en-US" sz="1900"/>
              <a:t>Bivariate descriptive statistics</a:t>
            </a:r>
          </a:p>
          <a:p>
            <a:pPr lvl="1"/>
            <a:r>
              <a:rPr lang="en-US" sz="1900"/>
              <a:t>Describe the relationship between two variables. </a:t>
            </a:r>
          </a:p>
          <a:p>
            <a:pPr lvl="1"/>
            <a:r>
              <a:rPr lang="en-US" sz="1900"/>
              <a:t>Measure of association: quantify the strength and direction of relationship. </a:t>
            </a:r>
          </a:p>
          <a:p>
            <a:pPr lvl="1"/>
            <a:r>
              <a:rPr lang="en-US" sz="1900"/>
              <a:t>Allows us to investigate causation and prediction</a:t>
            </a:r>
          </a:p>
          <a:p>
            <a:pPr lvl="1"/>
            <a:r>
              <a:rPr lang="en-US" sz="1900"/>
              <a:t>E.g: relationship between study time and grade. </a:t>
            </a:r>
          </a:p>
          <a:p>
            <a:r>
              <a:rPr lang="en-US" sz="1900"/>
              <a:t>Multivariate descriptive statistics</a:t>
            </a:r>
          </a:p>
          <a:p>
            <a:pPr lvl="1"/>
            <a:r>
              <a:rPr lang="en-US" sz="1900"/>
              <a:t>Describe the relationship among three or more variables. </a:t>
            </a:r>
          </a:p>
          <a:p>
            <a:pPr lvl="1"/>
            <a:r>
              <a:rPr lang="en-US" sz="1900"/>
              <a:t>Measures of association: quantify the strength and direction of multivariate relationship. </a:t>
            </a:r>
          </a:p>
          <a:p>
            <a:pPr lvl="1"/>
            <a:r>
              <a:rPr lang="en-US" sz="1900"/>
              <a:t>Eg: grade, age, gender</a:t>
            </a:r>
          </a:p>
          <a:p>
            <a:pPr lvl="1"/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462532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3784B-E539-F38C-8751-5AC4DE62A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Statistics: Variance and Standard</a:t>
            </a:r>
            <a:b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NZ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endParaRPr lang="en-NZ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D6A0F-2DA6-8AB8-F8D0-9F10DF17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Variance: 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Variance measures the average squared deviation of each data point from the </a:t>
            </a:r>
            <a:r>
              <a:rPr lang="en-NZ" sz="1400">
                <a:latin typeface="Times New Roman" panose="02020603050405020304" pitchFamily="18" charset="0"/>
                <a:cs typeface="Times New Roman" panose="02020603050405020304" pitchFamily="18" charset="0"/>
              </a:rPr>
              <a:t>mean of the dataset.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It quantifies the spread of the data points and indicates how much they </a:t>
            </a:r>
            <a:r>
              <a:rPr lang="en-NZ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deviate from the mean.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 higher variance suggests greater dispersion of data points, while a lower variance indicates that the data points are closer to the mean.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Formula: Variance (σ²) = Σ[(x - μ)²] / n, where Σ represents the sum, x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each individual data point, μ represents the mean, and n represents the total number of data points.</a:t>
            </a:r>
            <a:endParaRPr lang="en-NZ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AA87D-5A50-336A-377D-74AC13B7C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Deviation: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is the square root of the variance and provides a more </a:t>
            </a:r>
            <a:r>
              <a:rPr lang="en-NZ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measure of dispersion.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average distance of data points from the mean and is expressed in the same units as the original data.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 higher standard deviation indicates greater variability in the dataset, while a lower standard deviation suggests that the data points are closer to the mean.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Formula: Standard Deviation (σ) = √(Σ[(x - μ)²] / n), where Σ represents the sum, x represents each individual data point, μ represents the mean, and n represents the total number of data points.</a:t>
            </a:r>
            <a:endParaRPr lang="en-NZ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964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7BDCF-4381-0C8A-3A6E-E2DD20A8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8308"/>
            <a:ext cx="7188989" cy="10214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Inferential statistics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1440584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C2F6CE-0CF2-4DDD-85F5-96799A328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164811" y="6267491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97B767-7151-9A21-6739-148DF4DF65E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41268231"/>
              </p:ext>
            </p:extLst>
          </p:nvPr>
        </p:nvGraphicFramePr>
        <p:xfrm>
          <a:off x="1392238" y="1715407"/>
          <a:ext cx="9407525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7979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7C73-B92F-DE24-4CE3-5DC87960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8C91B-7015-0A33-C43C-F17938BD7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3632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U.S. population by age groups, 2010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is the median average of this, Age group Percent under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1EB742-C827-F8AA-6C71-1BBEBA03F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378273"/>
              </p:ext>
            </p:extLst>
          </p:nvPr>
        </p:nvGraphicFramePr>
        <p:xfrm>
          <a:off x="1430420" y="299735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3014428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93688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 Group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53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Under 18 Years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24.0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412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18 to 44 Years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36.6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24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45 to 64 years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26.4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86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65+ years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13.0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13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(N)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308, 745, 538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8376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16C2E12-7858-8BC1-9E07-7163C9A6BBEA}"/>
              </a:ext>
            </a:extLst>
          </p:cNvPr>
          <p:cNvSpPr txBox="1"/>
          <p:nvPr/>
        </p:nvSpPr>
        <p:spPr>
          <a:xfrm>
            <a:off x="544428" y="5846544"/>
            <a:ext cx="10656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332C2C"/>
                </a:solidFill>
                <a:latin typeface="ArialMT"/>
              </a:rPr>
              <a:t>Source: </a:t>
            </a:r>
            <a:r>
              <a:rPr lang="fr-FR" sz="1800" b="0" i="0" u="none" strike="noStrike" baseline="0" dirty="0" err="1">
                <a:solidFill>
                  <a:srgbClr val="332C2C"/>
                </a:solidFill>
                <a:latin typeface="ArialMT"/>
              </a:rPr>
              <a:t>Census</a:t>
            </a:r>
            <a:r>
              <a:rPr lang="fr-FR" sz="1800" b="0" i="0" u="none" strike="noStrike" baseline="0" dirty="0">
                <a:solidFill>
                  <a:srgbClr val="332C2C"/>
                </a:solidFill>
                <a:latin typeface="ArialMT"/>
              </a:rPr>
              <a:t> Bureau (</a:t>
            </a:r>
            <a:r>
              <a:rPr lang="fr-FR" sz="1800" b="0" i="0" u="none" strike="noStrike" baseline="0" dirty="0">
                <a:solidFill>
                  <a:srgbClr val="500000"/>
                </a:solidFill>
                <a:latin typeface="ArialMT"/>
              </a:rPr>
              <a:t>https://www.census.gov/newsroom/releases/archives/2010_census/cb11-cn147.html</a:t>
            </a:r>
            <a:r>
              <a:rPr lang="fr-FR" sz="1800" b="0" i="0" u="none" strike="noStrike" baseline="0" dirty="0">
                <a:solidFill>
                  <a:srgbClr val="332C2C"/>
                </a:solidFill>
                <a:latin typeface="ArialMT"/>
              </a:rPr>
              <a:t>).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931792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1C437-73F3-F78D-24C8-A2EA0183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Popularity of Statistical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B5D3E-B4FB-1404-741B-EFC5660A9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/>
              <a:t>Stata is a software package that provides tools for data manipulation, visualization, and estimation of various statistics.</a:t>
            </a:r>
          </a:p>
          <a:p>
            <a:r>
              <a:rPr lang="en-US" sz="1600"/>
              <a:t>Stata programming language is easier to understand than other statistical software packages (SPSS, SAS, R)</a:t>
            </a:r>
          </a:p>
          <a:p>
            <a:r>
              <a:rPr lang="en-US" sz="1600"/>
              <a:t>Stata is popular across various social sciences, such as sociology, demography, and economics</a:t>
            </a:r>
          </a:p>
          <a:p>
            <a:r>
              <a:rPr lang="en-US" sz="1600"/>
              <a:t>See more information on </a:t>
            </a:r>
            <a:r>
              <a:rPr lang="en-US" sz="1600">
                <a:hlinkClick r:id="rId2"/>
              </a:rPr>
              <a:t>https://www.stata.com/why-use-stata/</a:t>
            </a:r>
            <a:endParaRPr lang="en-US" sz="1600"/>
          </a:p>
          <a:p>
            <a:pPr marL="0"/>
            <a:r>
              <a:rPr lang="en-US" sz="1600" i="1"/>
              <a:t>Bob Muenchen has been tracking popularity of data science software using a variety of different approaches – E.g., he uses Google Scholar to count the number of scholarly articles found each year for each software</a:t>
            </a:r>
          </a:p>
          <a:p>
            <a:pPr marL="0"/>
            <a:endParaRPr lang="en-US" sz="1600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F4D07-50FA-9D29-7314-0022C2E9D7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123" b="-445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2362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DE2E8FE-B87B-430D-9722-167B5E2C2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Rectangle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Question mark against red wall">
            <a:extLst>
              <a:ext uri="{FF2B5EF4-FFF2-40B4-BE49-F238E27FC236}">
                <a16:creationId xmlns:a16="http://schemas.microsoft.com/office/drawing/2014/main" id="{1BC159F7-FC03-8D74-B3F3-CAEA638AF57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b="7025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F37CC6-53CA-4AFA-1E38-3BB19425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Q&amp;A?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501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2208</TotalTime>
  <Words>2344</Words>
  <Application>Microsoft Office PowerPoint</Application>
  <PresentationFormat>Widescreen</PresentationFormat>
  <Paragraphs>260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ArialMT</vt:lpstr>
      <vt:lpstr>Calibri</vt:lpstr>
      <vt:lpstr>Nunito</vt:lpstr>
      <vt:lpstr>Times New Roman</vt:lpstr>
      <vt:lpstr>Office Theme</vt:lpstr>
      <vt:lpstr>PowerPoint Presentation</vt:lpstr>
      <vt:lpstr>Statistical Thinking </vt:lpstr>
      <vt:lpstr>Introduction to Statistical thinking</vt:lpstr>
      <vt:lpstr>Statistical thinking and Human intuition</vt:lpstr>
      <vt:lpstr>The big ideas of statistics</vt:lpstr>
      <vt:lpstr>Learning from data</vt:lpstr>
      <vt:lpstr>Aggregation</vt:lpstr>
      <vt:lpstr>Uncertainty</vt:lpstr>
      <vt:lpstr>Sampling from a population</vt:lpstr>
      <vt:lpstr>Activity - Beijing Multi-Site Air Quality</vt:lpstr>
      <vt:lpstr>Tasks- Activity - Beijing Multi-Site Air Quality- cont.</vt:lpstr>
      <vt:lpstr>Tasks- Activity - Beijing Multi-Site Air Quality- cont.</vt:lpstr>
      <vt:lpstr>Causality and statistics</vt:lpstr>
      <vt:lpstr>What and why Statistical Thinking?</vt:lpstr>
      <vt:lpstr>Importance of data manipulation</vt:lpstr>
      <vt:lpstr>The Wheel of science</vt:lpstr>
      <vt:lpstr>Statistical Analysis </vt:lpstr>
      <vt:lpstr>Types of variables and how they relate</vt:lpstr>
      <vt:lpstr>General classes of statistics</vt:lpstr>
      <vt:lpstr>Descriptive Statistics</vt:lpstr>
      <vt:lpstr>Descriptive Statistics: Variance and Standard Deviation</vt:lpstr>
      <vt:lpstr>Inferential statistics</vt:lpstr>
      <vt:lpstr>Exercise</vt:lpstr>
      <vt:lpstr>Popularity of Statistical software</vt:lpstr>
      <vt:lpstr>Q&amp;A?</vt:lpstr>
    </vt:vector>
  </TitlesOfParts>
  <Company>UP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Mukesh Mishra</dc:creator>
  <cp:lastModifiedBy>Mohammad Norouzifard</cp:lastModifiedBy>
  <cp:revision>52</cp:revision>
  <dcterms:created xsi:type="dcterms:W3CDTF">2025-04-12T04:37:26Z</dcterms:created>
  <dcterms:modified xsi:type="dcterms:W3CDTF">2026-04-17T23:30:16Z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2025-04-12T05:26:32Z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d08d9a5a-723a-4da8-9e75-59d28be0f90f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